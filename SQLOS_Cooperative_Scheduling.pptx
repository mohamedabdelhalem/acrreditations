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660"/>
  </p:normalViewPr>
  <p:slideViewPr>
    <p:cSldViewPr snapToGrid="0">
      <p:cViewPr varScale="1">
        <p:scale>
          <a:sx n="76" d="100"/>
          <a:sy n="76" d="100"/>
        </p:scale>
        <p:origin x="6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0C5C9-7D89-19E8-361A-94E0C2A4D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9222B7-3B12-E6C8-02E3-F8322A9B6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077EB-AC7E-3153-8071-A9A3E97E5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BBE04-F713-DA0D-1ECD-B77B52D8E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8BCEA-8040-3CCF-0069-4BE6CD07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09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97FE3-264F-EBF6-D0BE-C8C3BDEE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702FD-38A9-1EA7-F33C-371F695E3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23591-B3C0-C28F-8B2D-C270F7A5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092F-F84C-46EA-150B-E3852B5EA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0D848-60AB-6561-D353-EA7840E1F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794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0B035-EC0F-BC5A-AFD5-4B124693F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DA9B0-6129-5698-31FE-EBF744A61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BAC47-825B-F031-FD50-89B1447F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9F613-8B2D-9AEC-97D3-A184DE7C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BCF9D-183F-D2DE-51C7-2CBD2996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4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ADA3-0087-27B1-C99D-8374FEA0F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0EE58-DA61-49BB-5328-A7D6D9CEC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D329A-2FE7-C4C3-08C3-F136E9E3B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6F926-CBEC-5F09-BCA1-532240CE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82FCD-6836-D811-D458-4F329464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4A26A-4A6C-8F1D-8C6C-4CA45E377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57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AFC0-FDA5-2001-09DC-03520672F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C9AF3-100E-5312-82DB-712CADFA9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26981-46B6-E3D4-EC3D-95AD2328E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9218B-2EC2-D012-E2D1-A3EBB3717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5C8A6-B4B7-A208-733C-035C2791E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831503-46DF-4531-60D7-06B240301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D226C-5E11-8EB6-841C-B07DC3E6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742BB1-BA66-22F7-766D-49EDC79C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8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6242F-7C8B-225E-4A80-301AED78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F382B6-7D67-FA94-2700-0C6D556B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ED5AF-59AD-EAB6-FC64-673AF68D1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454E7-1C4B-868F-1F72-F69B4640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13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3A4DD0-E5C2-1CEF-31C8-D9E0FFE02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18670-BD3C-EA20-3F86-EBDD01C4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701C7-4212-C529-C6C2-7AE3776F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4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B854-373B-CDDD-65BE-7EBA87AF1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15946-74F4-391E-4344-55D7BE983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0A1EE-CEC0-D094-678D-2546E75BE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DD20C-A413-D33B-035D-58A303CAB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CF7DE-8291-A43C-049E-CA1703AEF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7D89B-48ED-63BD-CAD8-0049FCCF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9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1DAA0-45D5-50A0-49D8-642BA5474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CB772E-AECF-2EE5-C6B7-791F854D6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9CCED-8549-BFFF-0957-8237968EF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B18B6-E4C8-7796-0ADD-F642C9F7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F878E-E490-398F-4EE8-4224E24A4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E613A-EB5B-ADCD-78AB-CFADAA63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5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7AD23-FFB2-D6C3-8800-2437B90F6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2FFA5-8B1E-4EDC-E214-80A554893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213D5-7CE8-E30A-3133-1B3757276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5329F-EE06-3DD2-5812-59D5A5EB1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4F958-2DA2-FBE6-DD21-8BAFA785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16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8049BB-E9C1-3131-CF1D-92C895245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467FD-CD57-E2F5-E1B9-9E8F2C56D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7C061-EE58-F37E-F35A-0D5AE8411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E9D6B-F821-51A5-FE2D-7B8A4A79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293C2-8FB1-95A9-0E68-F77CFC0DB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4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C20A1-60EE-9185-25C0-04E0FD5C7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A7C97-1892-682E-2715-FDE211D95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B43D6-AA27-207C-0B33-A198F1E5D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CB605-60E9-4F78-AC60-A7BDC7699B9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8FF57-7B4A-1699-0FEF-4919AF0C8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AAF90-41EF-6A3C-7866-A88A1E6BC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51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E70AD-86C9-0658-9C5B-9749ACCD5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17" y="1844302"/>
            <a:ext cx="10515600" cy="3420222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SQL Server sessions involving worker threads’ CPU actual time, different session state types, and the distinction between preemptive and cooperative scheduling.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E92A9-6C44-1B7A-186A-8E9625E8A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217" y="5833967"/>
            <a:ext cx="10515600" cy="7416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Developed by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Mohamed Fawzy - CSA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 descr="Introduction to Microsoft SQL Server and its main features">
            <a:extLst>
              <a:ext uri="{FF2B5EF4-FFF2-40B4-BE49-F238E27FC236}">
                <a16:creationId xmlns:a16="http://schemas.microsoft.com/office/drawing/2014/main" id="{2D94BE5F-4BC7-8A5D-2EE2-643072BD1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149"/>
            <a:ext cx="3505029" cy="105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757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Diamond 96">
            <a:extLst>
              <a:ext uri="{FF2B5EF4-FFF2-40B4-BE49-F238E27FC236}">
                <a16:creationId xmlns:a16="http://schemas.microsoft.com/office/drawing/2014/main" id="{A5609C6B-0038-B933-C1B9-1DF5BC981102}"/>
              </a:ext>
            </a:extLst>
          </p:cNvPr>
          <p:cNvSpPr/>
          <p:nvPr/>
        </p:nvSpPr>
        <p:spPr>
          <a:xfrm>
            <a:off x="2425442" y="1234600"/>
            <a:ext cx="1503678" cy="1217261"/>
          </a:xfrm>
          <a:prstGeom prst="diamond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613036-58F1-FEFA-4A26-52289EFEB3E2}"/>
              </a:ext>
            </a:extLst>
          </p:cNvPr>
          <p:cNvSpPr/>
          <p:nvPr/>
        </p:nvSpPr>
        <p:spPr>
          <a:xfrm>
            <a:off x="7796092" y="995681"/>
            <a:ext cx="4023360" cy="118677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FF6E3C-4207-08E6-F9B8-1DB87B894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993" y="1040426"/>
            <a:ext cx="432148" cy="5486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8376C2-9A3D-56F5-F956-A487F4BA6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993" y="1611438"/>
            <a:ext cx="432148" cy="5486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C2E3DE-3C92-F4E1-09E6-8200135EF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522" y="1611438"/>
            <a:ext cx="432148" cy="5486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7594E7-172B-B777-BB62-1766D5A1E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522" y="1040426"/>
            <a:ext cx="432148" cy="5486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7AC34E-03F0-975D-3A70-C400C4F99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749" y="1611438"/>
            <a:ext cx="432148" cy="5486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F19E31-5EB5-15C7-2E3F-7F567692B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208" y="1611438"/>
            <a:ext cx="432148" cy="5486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F610A8-F420-21CF-D6B3-11A64DC60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497" y="1040426"/>
            <a:ext cx="432148" cy="5486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5367118-2F26-201C-F53B-D9F84001F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245" y="1611438"/>
            <a:ext cx="432148" cy="5486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6925C34-AA4B-5F23-62BB-09E93B531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245" y="1040426"/>
            <a:ext cx="432148" cy="5486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5776117-CE09-EE9E-C3E6-BAF5E25E2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749" y="1040426"/>
            <a:ext cx="432148" cy="5486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BD2136A-42D8-EE99-7CD5-BDC6BF933239}"/>
              </a:ext>
            </a:extLst>
          </p:cNvPr>
          <p:cNvSpPr txBox="1"/>
          <p:nvPr/>
        </p:nvSpPr>
        <p:spPr>
          <a:xfrm>
            <a:off x="7975780" y="540074"/>
            <a:ext cx="3373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</a:rPr>
              <a:t>Buffer Pool - Clean Cache</a:t>
            </a:r>
          </a:p>
        </p:txBody>
      </p:sp>
      <p:sp>
        <p:nvSpPr>
          <p:cNvPr id="23" name="Flowchart: Magnetic Disk 22">
            <a:extLst>
              <a:ext uri="{FF2B5EF4-FFF2-40B4-BE49-F238E27FC236}">
                <a16:creationId xmlns:a16="http://schemas.microsoft.com/office/drawing/2014/main" id="{F10BAB8C-DBC0-B03D-963A-7ACDE2E757BA}"/>
              </a:ext>
            </a:extLst>
          </p:cNvPr>
          <p:cNvSpPr/>
          <p:nvPr/>
        </p:nvSpPr>
        <p:spPr>
          <a:xfrm>
            <a:off x="8293029" y="3014136"/>
            <a:ext cx="3312201" cy="3691464"/>
          </a:xfrm>
          <a:prstGeom prst="flowChartMagneticDisk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Alternate Process 27">
            <a:extLst>
              <a:ext uri="{FF2B5EF4-FFF2-40B4-BE49-F238E27FC236}">
                <a16:creationId xmlns:a16="http://schemas.microsoft.com/office/drawing/2014/main" id="{B710FF60-CE3C-2285-72EE-FEDA5EC99B19}"/>
              </a:ext>
            </a:extLst>
          </p:cNvPr>
          <p:cNvSpPr/>
          <p:nvPr/>
        </p:nvSpPr>
        <p:spPr>
          <a:xfrm>
            <a:off x="8370281" y="4307827"/>
            <a:ext cx="3156374" cy="1006465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84BAE4F-4DDE-9E28-5EF2-5656E43ED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462" y="4421434"/>
            <a:ext cx="3093872" cy="83201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5104C77-CDFE-E423-9218-587B0522D189}"/>
              </a:ext>
            </a:extLst>
          </p:cNvPr>
          <p:cNvSpPr txBox="1"/>
          <p:nvPr/>
        </p:nvSpPr>
        <p:spPr>
          <a:xfrm>
            <a:off x="10217237" y="3181765"/>
            <a:ext cx="770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Disk </a:t>
            </a:r>
          </a:p>
          <a:p>
            <a:r>
              <a:rPr lang="en-US" b="1" dirty="0">
                <a:latin typeface="Consolas" panose="020B0609020204030204" pitchFamily="49" charset="0"/>
              </a:rPr>
              <a:t>Data </a:t>
            </a:r>
          </a:p>
          <a:p>
            <a:r>
              <a:rPr lang="en-US" b="1" dirty="0">
                <a:latin typeface="Consolas" panose="020B0609020204030204" pitchFamily="49" charset="0"/>
              </a:rPr>
              <a:t>File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8E24A5E-6865-7951-75AF-6E7FEEF22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433" y="3304862"/>
            <a:ext cx="952633" cy="628738"/>
          </a:xfrm>
          <a:prstGeom prst="rect">
            <a:avLst/>
          </a:prstGeom>
        </p:spPr>
      </p:pic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2875340B-65C8-83C1-1D6F-82FF5CF81188}"/>
              </a:ext>
            </a:extLst>
          </p:cNvPr>
          <p:cNvSpPr/>
          <p:nvPr/>
        </p:nvSpPr>
        <p:spPr>
          <a:xfrm>
            <a:off x="8373669" y="5384468"/>
            <a:ext cx="3156374" cy="910616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E878826-8AC3-A05A-A160-BFB1233CB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077" y="5427554"/>
            <a:ext cx="3093872" cy="752779"/>
          </a:xfrm>
          <a:prstGeom prst="rect">
            <a:avLst/>
          </a:prstGeom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EFDBF64-4726-D60D-9D31-4A012F969B4D}"/>
              </a:ext>
            </a:extLst>
          </p:cNvPr>
          <p:cNvCxnSpPr>
            <a:cxnSpLocks/>
          </p:cNvCxnSpPr>
          <p:nvPr/>
        </p:nvCxnSpPr>
        <p:spPr>
          <a:xfrm flipV="1">
            <a:off x="10810241" y="2182451"/>
            <a:ext cx="0" cy="93328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3F3CD5F-58BB-FC36-854A-CF9B59752995}"/>
              </a:ext>
            </a:extLst>
          </p:cNvPr>
          <p:cNvSpPr txBox="1"/>
          <p:nvPr/>
        </p:nvSpPr>
        <p:spPr>
          <a:xfrm>
            <a:off x="8989944" y="2203097"/>
            <a:ext cx="17846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Read/Write</a:t>
            </a:r>
          </a:p>
          <a:p>
            <a:pPr algn="ctr"/>
            <a:r>
              <a:rPr lang="en-US" sz="2400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Preemptive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C449CC5-C44E-C845-B9E0-1FCA42649E8B}"/>
              </a:ext>
            </a:extLst>
          </p:cNvPr>
          <p:cNvSpPr/>
          <p:nvPr/>
        </p:nvSpPr>
        <p:spPr>
          <a:xfrm>
            <a:off x="5106668" y="4307827"/>
            <a:ext cx="1978663" cy="204817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0DC298-75D6-2B0A-4922-106E3079346C}"/>
              </a:ext>
            </a:extLst>
          </p:cNvPr>
          <p:cNvSpPr txBox="1"/>
          <p:nvPr/>
        </p:nvSpPr>
        <p:spPr>
          <a:xfrm>
            <a:off x="4756557" y="6488668"/>
            <a:ext cx="3425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SUSPEND – </a:t>
            </a:r>
            <a:r>
              <a:rPr lang="en-US" dirty="0"/>
              <a:t>Waiting Resource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58ADBC5-B4E8-9722-29DE-94364A9D968F}"/>
              </a:ext>
            </a:extLst>
          </p:cNvPr>
          <p:cNvSpPr txBox="1"/>
          <p:nvPr/>
        </p:nvSpPr>
        <p:spPr>
          <a:xfrm>
            <a:off x="5244515" y="3975477"/>
            <a:ext cx="1558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WAITING LIST</a:t>
            </a:r>
          </a:p>
        </p:txBody>
      </p: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3230C7D1-36CA-BE15-1A9C-082586A8D20A}"/>
              </a:ext>
            </a:extLst>
          </p:cNvPr>
          <p:cNvSpPr/>
          <p:nvPr/>
        </p:nvSpPr>
        <p:spPr>
          <a:xfrm>
            <a:off x="83890" y="91643"/>
            <a:ext cx="1166069" cy="671852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SPID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70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03A38BC-CEC0-AE3C-EE0A-3F1CA9815B50}"/>
              </a:ext>
            </a:extLst>
          </p:cNvPr>
          <p:cNvSpPr/>
          <p:nvPr/>
        </p:nvSpPr>
        <p:spPr>
          <a:xfrm>
            <a:off x="5244515" y="4478709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200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01FD52C-6225-F838-8BE0-996CE148E918}"/>
              </a:ext>
            </a:extLst>
          </p:cNvPr>
          <p:cNvSpPr/>
          <p:nvPr/>
        </p:nvSpPr>
        <p:spPr>
          <a:xfrm>
            <a:off x="5167658" y="4844375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123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FD1DA3C-06B0-8EB8-7F7E-3986A867C7B5}"/>
              </a:ext>
            </a:extLst>
          </p:cNvPr>
          <p:cNvSpPr/>
          <p:nvPr/>
        </p:nvSpPr>
        <p:spPr>
          <a:xfrm>
            <a:off x="5802207" y="4771947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609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CD03CF4-0CFF-0527-469A-F8F6E7019F8E}"/>
              </a:ext>
            </a:extLst>
          </p:cNvPr>
          <p:cNvSpPr/>
          <p:nvPr/>
        </p:nvSpPr>
        <p:spPr>
          <a:xfrm>
            <a:off x="5775641" y="4410559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55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E2665F1-BEA9-B9B2-AFDC-708D84FAEF32}"/>
              </a:ext>
            </a:extLst>
          </p:cNvPr>
          <p:cNvSpPr/>
          <p:nvPr/>
        </p:nvSpPr>
        <p:spPr>
          <a:xfrm>
            <a:off x="5186942" y="5230256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432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896747E-6E1C-0A17-FB9D-FFC3F7068F07}"/>
              </a:ext>
            </a:extLst>
          </p:cNvPr>
          <p:cNvSpPr/>
          <p:nvPr/>
        </p:nvSpPr>
        <p:spPr>
          <a:xfrm>
            <a:off x="5157836" y="5637768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904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90B030D-D75C-0C99-2D96-0F6D8C738DFF}"/>
              </a:ext>
            </a:extLst>
          </p:cNvPr>
          <p:cNvSpPr/>
          <p:nvPr/>
        </p:nvSpPr>
        <p:spPr>
          <a:xfrm>
            <a:off x="5741217" y="5148117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345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EC95811-B40F-7D65-E4CE-7E165E688868}"/>
              </a:ext>
            </a:extLst>
          </p:cNvPr>
          <p:cNvSpPr/>
          <p:nvPr/>
        </p:nvSpPr>
        <p:spPr>
          <a:xfrm>
            <a:off x="5663612" y="5485175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589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B1A321F-97A7-C3D8-3F4C-9056E646AD88}"/>
              </a:ext>
            </a:extLst>
          </p:cNvPr>
          <p:cNvSpPr/>
          <p:nvPr/>
        </p:nvSpPr>
        <p:spPr>
          <a:xfrm>
            <a:off x="5345182" y="5984934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324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4531385-9450-A8EE-7C8A-CFB0593CFB83}"/>
              </a:ext>
            </a:extLst>
          </p:cNvPr>
          <p:cNvSpPr/>
          <p:nvPr/>
        </p:nvSpPr>
        <p:spPr>
          <a:xfrm>
            <a:off x="6366114" y="4381426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67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D75CF5E3-525C-9AC6-AAEE-F487FE9AD214}"/>
              </a:ext>
            </a:extLst>
          </p:cNvPr>
          <p:cNvSpPr/>
          <p:nvPr/>
        </p:nvSpPr>
        <p:spPr>
          <a:xfrm>
            <a:off x="6415793" y="4750393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777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4B66A32-3E46-14A5-ED21-30CAB05D6C79}"/>
              </a:ext>
            </a:extLst>
          </p:cNvPr>
          <p:cNvSpPr/>
          <p:nvPr/>
        </p:nvSpPr>
        <p:spPr>
          <a:xfrm>
            <a:off x="6278877" y="5095204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886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BA074E0-7DA7-48F7-47F3-25578EF1C849}"/>
              </a:ext>
            </a:extLst>
          </p:cNvPr>
          <p:cNvSpPr/>
          <p:nvPr/>
        </p:nvSpPr>
        <p:spPr>
          <a:xfrm>
            <a:off x="5893052" y="5873406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198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4AE10CF1-2EE4-4102-E63A-15068B1506B6}"/>
              </a:ext>
            </a:extLst>
          </p:cNvPr>
          <p:cNvSpPr/>
          <p:nvPr/>
        </p:nvSpPr>
        <p:spPr>
          <a:xfrm>
            <a:off x="750810" y="3181765"/>
            <a:ext cx="713007" cy="318432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7920D73-BEFE-EA6F-FF0E-0510F8EA15D4}"/>
              </a:ext>
            </a:extLst>
          </p:cNvPr>
          <p:cNvSpPr txBox="1"/>
          <p:nvPr/>
        </p:nvSpPr>
        <p:spPr>
          <a:xfrm>
            <a:off x="137770" y="6408520"/>
            <a:ext cx="4249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RUNNABLE – </a:t>
            </a:r>
            <a:r>
              <a:rPr lang="en-US" dirty="0"/>
              <a:t>Signal = Waiting CPU</a:t>
            </a:r>
          </a:p>
          <a:p>
            <a:endParaRPr lang="en-US" b="1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798FFB4-F65F-B6A3-B21F-912FB55E1C90}"/>
              </a:ext>
            </a:extLst>
          </p:cNvPr>
          <p:cNvSpPr/>
          <p:nvPr/>
        </p:nvSpPr>
        <p:spPr>
          <a:xfrm>
            <a:off x="806298" y="3277507"/>
            <a:ext cx="609894" cy="33235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321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992AB8F-9E33-5510-0FBC-76361BA1C901}"/>
              </a:ext>
            </a:extLst>
          </p:cNvPr>
          <p:cNvSpPr/>
          <p:nvPr/>
        </p:nvSpPr>
        <p:spPr>
          <a:xfrm>
            <a:off x="815370" y="3652286"/>
            <a:ext cx="609894" cy="33235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705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EA69558-6CC9-D53E-BCCD-A64CAED7F171}"/>
              </a:ext>
            </a:extLst>
          </p:cNvPr>
          <p:cNvSpPr/>
          <p:nvPr/>
        </p:nvSpPr>
        <p:spPr>
          <a:xfrm>
            <a:off x="837840" y="4012459"/>
            <a:ext cx="609894" cy="3323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543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D2A3C5E-DA4F-D421-F677-C69A543816D1}"/>
              </a:ext>
            </a:extLst>
          </p:cNvPr>
          <p:cNvSpPr txBox="1"/>
          <p:nvPr/>
        </p:nvSpPr>
        <p:spPr>
          <a:xfrm>
            <a:off x="330633" y="4264209"/>
            <a:ext cx="429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b="1" dirty="0"/>
              <a:t>F</a:t>
            </a:r>
          </a:p>
          <a:p>
            <a:r>
              <a:rPr lang="en-US" b="1" dirty="0"/>
              <a:t> I</a:t>
            </a:r>
          </a:p>
          <a:p>
            <a:r>
              <a:rPr lang="en-US" b="1" dirty="0"/>
              <a:t> F</a:t>
            </a:r>
          </a:p>
          <a:p>
            <a:r>
              <a:rPr lang="en-US" b="1" dirty="0"/>
              <a:t>O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C4870CB-4333-6836-7D85-8149BFC66F75}"/>
              </a:ext>
            </a:extLst>
          </p:cNvPr>
          <p:cNvSpPr txBox="1"/>
          <p:nvPr/>
        </p:nvSpPr>
        <p:spPr>
          <a:xfrm>
            <a:off x="2597001" y="917214"/>
            <a:ext cx="138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RUNNING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B07CE40-3CA3-B1C9-1343-C80E6A316A5E}"/>
              </a:ext>
            </a:extLst>
          </p:cNvPr>
          <p:cNvSpPr txBox="1"/>
          <p:nvPr/>
        </p:nvSpPr>
        <p:spPr>
          <a:xfrm>
            <a:off x="3871393" y="1529115"/>
            <a:ext cx="1205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 CPU </a:t>
            </a:r>
          </a:p>
          <a:p>
            <a:r>
              <a:rPr lang="en-US" dirty="0"/>
              <a:t>Time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0A0CA3B-332C-A579-FDB7-F4144AA2674C}"/>
              </a:ext>
            </a:extLst>
          </p:cNvPr>
          <p:cNvSpPr txBox="1"/>
          <p:nvPr/>
        </p:nvSpPr>
        <p:spPr>
          <a:xfrm>
            <a:off x="548588" y="1667615"/>
            <a:ext cx="20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Quantum =~ 4ms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2F20D58E-4948-AC7B-19E5-0E12B2B3441A}"/>
              </a:ext>
            </a:extLst>
          </p:cNvPr>
          <p:cNvCxnSpPr>
            <a:stCxn id="68" idx="3"/>
          </p:cNvCxnSpPr>
          <p:nvPr/>
        </p:nvCxnSpPr>
        <p:spPr>
          <a:xfrm flipH="1">
            <a:off x="666924" y="763495"/>
            <a:ext cx="1" cy="276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3D9EA8D1-FB18-1A13-E712-8678F7968653}"/>
              </a:ext>
            </a:extLst>
          </p:cNvPr>
          <p:cNvSpPr txBox="1"/>
          <p:nvPr/>
        </p:nvSpPr>
        <p:spPr>
          <a:xfrm>
            <a:off x="861284" y="1091891"/>
            <a:ext cx="1205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Worker Thread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469FDAD5-6792-C4EF-1E85-34001E126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823" y="5427554"/>
            <a:ext cx="432148" cy="54864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57EC20AC-6F0A-B0B4-BDD7-22EC619E9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464" y="5428178"/>
            <a:ext cx="432148" cy="548640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BF2DE685-A453-5851-4893-F26BA323520C}"/>
              </a:ext>
            </a:extLst>
          </p:cNvPr>
          <p:cNvSpPr txBox="1"/>
          <p:nvPr/>
        </p:nvSpPr>
        <p:spPr>
          <a:xfrm>
            <a:off x="5891438" y="968781"/>
            <a:ext cx="1881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The </a:t>
            </a:r>
            <a:r>
              <a:rPr lang="en-US" b="1" dirty="0">
                <a:highlight>
                  <a:srgbClr val="00FF00"/>
                </a:highlight>
              </a:rPr>
              <a:t>optimizer</a:t>
            </a:r>
            <a:r>
              <a:rPr lang="en-US" dirty="0">
                <a:highlight>
                  <a:srgbClr val="00FF00"/>
                </a:highlight>
              </a:rPr>
              <a:t> generating the execution plan</a:t>
            </a:r>
            <a:endParaRPr lang="en-US" dirty="0">
              <a:effectLst/>
              <a:highlight>
                <a:srgbClr val="00FF00"/>
              </a:highlight>
            </a:endParaRPr>
          </a:p>
        </p:txBody>
      </p:sp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AA65EB41-E45D-0174-DB43-70531756F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371232"/>
              </p:ext>
            </p:extLst>
          </p:nvPr>
        </p:nvGraphicFramePr>
        <p:xfrm>
          <a:off x="1363614" y="210371"/>
          <a:ext cx="649471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251">
                  <a:extLst>
                    <a:ext uri="{9D8B030D-6E8A-4147-A177-3AD203B41FA5}">
                      <a16:colId xmlns:a16="http://schemas.microsoft.com/office/drawing/2014/main" val="1006665599"/>
                    </a:ext>
                  </a:extLst>
                </a:gridCol>
                <a:gridCol w="1185134">
                  <a:extLst>
                    <a:ext uri="{9D8B030D-6E8A-4147-A177-3AD203B41FA5}">
                      <a16:colId xmlns:a16="http://schemas.microsoft.com/office/drawing/2014/main" val="2608260990"/>
                    </a:ext>
                  </a:extLst>
                </a:gridCol>
                <a:gridCol w="2060201">
                  <a:extLst>
                    <a:ext uri="{9D8B030D-6E8A-4147-A177-3AD203B41FA5}">
                      <a16:colId xmlns:a16="http://schemas.microsoft.com/office/drawing/2014/main" val="2929393437"/>
                    </a:ext>
                  </a:extLst>
                </a:gridCol>
                <a:gridCol w="2622133">
                  <a:extLst>
                    <a:ext uri="{9D8B030D-6E8A-4147-A177-3AD203B41FA5}">
                      <a16:colId xmlns:a16="http://schemas.microsoft.com/office/drawing/2014/main" val="2137827840"/>
                    </a:ext>
                  </a:extLst>
                </a:gridCol>
              </a:tblGrid>
              <a:tr h="25400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spid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Lastwaittype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357746"/>
                  </a:ext>
                </a:extLst>
              </a:tr>
              <a:tr h="254008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 [FirstName]+' '+[</a:t>
                      </a:r>
                      <a:r>
                        <a:rPr lang="en-US" sz="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MiddleName</a:t>
                      </a: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]+'. '+[LastName]</a:t>
                      </a:r>
                    </a:p>
                    <a:p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FROM [AdventureWorks2022].[Person].[Person]</a:t>
                      </a:r>
                    </a:p>
                    <a:p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WHERE </a:t>
                      </a:r>
                      <a:r>
                        <a:rPr lang="en-US" sz="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BusinessEntityID</a:t>
                      </a: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 (2, 290);</a:t>
                      </a:r>
                      <a:endParaRPr lang="en-US" sz="800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940412"/>
                  </a:ext>
                </a:extLst>
              </a:tr>
            </a:tbl>
          </a:graphicData>
        </a:graphic>
      </p:graphicFrame>
      <p:sp>
        <p:nvSpPr>
          <p:cNvPr id="114" name="TextBox 113">
            <a:extLst>
              <a:ext uri="{FF2B5EF4-FFF2-40B4-BE49-F238E27FC236}">
                <a16:creationId xmlns:a16="http://schemas.microsoft.com/office/drawing/2014/main" id="{3E78A147-78F1-742F-9B01-AF4E50447CD7}"/>
              </a:ext>
            </a:extLst>
          </p:cNvPr>
          <p:cNvSpPr txBox="1"/>
          <p:nvPr/>
        </p:nvSpPr>
        <p:spPr>
          <a:xfrm>
            <a:off x="1917832" y="467518"/>
            <a:ext cx="1110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suspended</a:t>
            </a:r>
            <a:endParaRPr lang="en-US" sz="1100" dirty="0">
              <a:highlight>
                <a:srgbClr val="FFFF00"/>
              </a:highlight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0DB68F6-98C9-211D-B015-787807973A60}"/>
              </a:ext>
            </a:extLst>
          </p:cNvPr>
          <p:cNvSpPr txBox="1"/>
          <p:nvPr/>
        </p:nvSpPr>
        <p:spPr>
          <a:xfrm>
            <a:off x="3268925" y="462326"/>
            <a:ext cx="183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highlight>
                  <a:srgbClr val="FFFF00"/>
                </a:highlight>
              </a:rPr>
              <a:t>sos_scheduler_yield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9BF5E2A1-0428-9A8C-5E3E-170B9AAA22C7}"/>
              </a:ext>
            </a:extLst>
          </p:cNvPr>
          <p:cNvSpPr/>
          <p:nvPr/>
        </p:nvSpPr>
        <p:spPr>
          <a:xfrm>
            <a:off x="330632" y="1064215"/>
            <a:ext cx="609895" cy="33235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70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72C582C-8943-3332-7376-FB58ED4801C0}"/>
              </a:ext>
            </a:extLst>
          </p:cNvPr>
          <p:cNvSpPr txBox="1"/>
          <p:nvPr/>
        </p:nvSpPr>
        <p:spPr>
          <a:xfrm>
            <a:off x="1932304" y="442090"/>
            <a:ext cx="107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runnable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EC183E-3F11-029A-53F1-4A4FD5BB3C6E}"/>
              </a:ext>
            </a:extLst>
          </p:cNvPr>
          <p:cNvSpPr txBox="1"/>
          <p:nvPr/>
        </p:nvSpPr>
        <p:spPr>
          <a:xfrm>
            <a:off x="1932304" y="457479"/>
            <a:ext cx="1015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running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34F964B-A6AE-79A4-2FAC-B787085F21C0}"/>
              </a:ext>
            </a:extLst>
          </p:cNvPr>
          <p:cNvSpPr txBox="1"/>
          <p:nvPr/>
        </p:nvSpPr>
        <p:spPr>
          <a:xfrm>
            <a:off x="3268295" y="468646"/>
            <a:ext cx="1477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highlight>
                  <a:srgbClr val="FFFF00"/>
                </a:highlight>
              </a:rPr>
              <a:t>Pageiolatch_SH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018BEAA-7AA2-EAB3-232B-FE35FD6355A5}"/>
              </a:ext>
            </a:extLst>
          </p:cNvPr>
          <p:cNvSpPr txBox="1"/>
          <p:nvPr/>
        </p:nvSpPr>
        <p:spPr>
          <a:xfrm>
            <a:off x="3285388" y="460258"/>
            <a:ext cx="1477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highlight>
                  <a:srgbClr val="FFFF00"/>
                </a:highlight>
              </a:rPr>
              <a:t>Pagelatch_SH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7F6BD88-A4FE-60D7-53FF-355FCAF38C37}"/>
              </a:ext>
            </a:extLst>
          </p:cNvPr>
          <p:cNvSpPr txBox="1"/>
          <p:nvPr/>
        </p:nvSpPr>
        <p:spPr>
          <a:xfrm>
            <a:off x="5054211" y="978508"/>
            <a:ext cx="27971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Buffer manager </a:t>
            </a:r>
            <a:r>
              <a:rPr lang="en-US" dirty="0">
                <a:highlight>
                  <a:srgbClr val="FFFF00"/>
                </a:highlight>
              </a:rPr>
              <a:t>checks if page is already in the buffer pool, if not, submits an </a:t>
            </a:r>
            <a:r>
              <a:rPr lang="en-US" b="1" dirty="0">
                <a:highlight>
                  <a:srgbClr val="FFFF00"/>
                </a:highlight>
              </a:rPr>
              <a:t>async read </a:t>
            </a:r>
            <a:r>
              <a:rPr lang="en-US" dirty="0">
                <a:highlight>
                  <a:srgbClr val="FFFF00"/>
                </a:highlight>
              </a:rPr>
              <a:t>request to </a:t>
            </a:r>
            <a:r>
              <a:rPr lang="en-US" b="1" dirty="0">
                <a:highlight>
                  <a:srgbClr val="FFFF00"/>
                </a:highlight>
              </a:rPr>
              <a:t>Windows</a:t>
            </a:r>
            <a:r>
              <a:rPr lang="en-US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45A53B9-3341-3EE1-1368-049DED103DA1}"/>
              </a:ext>
            </a:extLst>
          </p:cNvPr>
          <p:cNvSpPr txBox="1"/>
          <p:nvPr/>
        </p:nvSpPr>
        <p:spPr>
          <a:xfrm>
            <a:off x="4870529" y="985711"/>
            <a:ext cx="30711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008080"/>
                </a:highlight>
              </a:rPr>
              <a:t>1- If there is no contention, the latch is granted immediately, the worker enters the </a:t>
            </a:r>
            <a:r>
              <a:rPr lang="en-US" sz="1400" b="1" dirty="0">
                <a:solidFill>
                  <a:schemeClr val="bg1"/>
                </a:solidFill>
                <a:highlight>
                  <a:srgbClr val="008080"/>
                </a:highlight>
              </a:rPr>
              <a:t>RUNNING</a:t>
            </a:r>
            <a:r>
              <a:rPr lang="en-US" sz="1400" dirty="0">
                <a:solidFill>
                  <a:schemeClr val="bg1"/>
                </a:solidFill>
                <a:highlight>
                  <a:srgbClr val="008080"/>
                </a:highlight>
              </a:rPr>
              <a:t> state, and no wait type is recorded.</a:t>
            </a:r>
            <a:endParaRPr lang="en-US" sz="1400" dirty="0">
              <a:solidFill>
                <a:schemeClr val="bg1"/>
              </a:solidFill>
              <a:effectLst/>
              <a:highlight>
                <a:srgbClr val="008080"/>
              </a:highlight>
            </a:endParaRPr>
          </a:p>
          <a:p>
            <a:endParaRPr lang="en-US" sz="1400" dirty="0">
              <a:solidFill>
                <a:schemeClr val="bg1"/>
              </a:solidFill>
              <a:highlight>
                <a:srgbClr val="008080"/>
              </a:highlight>
            </a:endParaRPr>
          </a:p>
          <a:p>
            <a:r>
              <a:rPr lang="en-US" sz="1400" dirty="0">
                <a:solidFill>
                  <a:schemeClr val="bg1"/>
                </a:solidFill>
                <a:highlight>
                  <a:srgbClr val="008080"/>
                </a:highlight>
              </a:rPr>
              <a:t>2- In case of contention (hot page), another worker already holds a </a:t>
            </a:r>
            <a:r>
              <a:rPr lang="en-US" sz="1400" b="1" dirty="0">
                <a:solidFill>
                  <a:schemeClr val="bg1"/>
                </a:solidFill>
                <a:highlight>
                  <a:srgbClr val="008080"/>
                </a:highlight>
              </a:rPr>
              <a:t>PAGELATCH_EX </a:t>
            </a:r>
            <a:r>
              <a:rPr lang="en-US" sz="1400" dirty="0">
                <a:solidFill>
                  <a:schemeClr val="bg1"/>
                </a:solidFill>
                <a:highlight>
                  <a:srgbClr val="008080"/>
                </a:highlight>
              </a:rPr>
              <a:t>or </a:t>
            </a:r>
            <a:r>
              <a:rPr lang="en-US" sz="1400" b="1" dirty="0">
                <a:solidFill>
                  <a:schemeClr val="bg1"/>
                </a:solidFill>
                <a:highlight>
                  <a:srgbClr val="008080"/>
                </a:highlight>
              </a:rPr>
              <a:t>PAGELATCH_UP</a:t>
            </a:r>
            <a:r>
              <a:rPr lang="en-US" sz="1400" dirty="0">
                <a:solidFill>
                  <a:schemeClr val="bg1"/>
                </a:solidFill>
                <a:highlight>
                  <a:srgbClr val="008080"/>
                </a:highlight>
              </a:rPr>
              <a:t>. The requesting worker then moves to the </a:t>
            </a:r>
            <a:r>
              <a:rPr lang="en-US" sz="1400" b="1" dirty="0">
                <a:solidFill>
                  <a:schemeClr val="bg1"/>
                </a:solidFill>
                <a:highlight>
                  <a:srgbClr val="008080"/>
                </a:highlight>
              </a:rPr>
              <a:t>SUSPENDED</a:t>
            </a:r>
            <a:r>
              <a:rPr lang="en-US" sz="1400" dirty="0">
                <a:solidFill>
                  <a:schemeClr val="bg1"/>
                </a:solidFill>
                <a:highlight>
                  <a:srgbClr val="008080"/>
                </a:highlight>
              </a:rPr>
              <a:t> state, with the wait_type set to </a:t>
            </a:r>
            <a:r>
              <a:rPr lang="en-US" sz="1400" b="1" dirty="0">
                <a:solidFill>
                  <a:schemeClr val="bg1"/>
                </a:solidFill>
                <a:highlight>
                  <a:srgbClr val="008080"/>
                </a:highlight>
              </a:rPr>
              <a:t>PAGELATCH_SH</a:t>
            </a:r>
            <a:r>
              <a:rPr lang="en-US" sz="1400" dirty="0">
                <a:solidFill>
                  <a:schemeClr val="bg1"/>
                </a:solidFill>
                <a:highlight>
                  <a:srgbClr val="008080"/>
                </a:highlight>
              </a:rPr>
              <a:t>.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B63E2E6-D517-6754-5778-B1261A497F13}"/>
              </a:ext>
            </a:extLst>
          </p:cNvPr>
          <p:cNvSpPr txBox="1"/>
          <p:nvPr/>
        </p:nvSpPr>
        <p:spPr>
          <a:xfrm>
            <a:off x="1495654" y="5005236"/>
            <a:ext cx="3587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Yield voluntarily</a:t>
            </a:r>
          </a:p>
          <a:p>
            <a:pPr algn="ctr"/>
            <a:r>
              <a:rPr lang="en-US" dirty="0">
                <a:solidFill>
                  <a:srgbClr val="EE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Cooperative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or Non-Preemptive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(SQLOS)</a:t>
            </a:r>
            <a:endParaRPr lang="en-US" b="1" dirty="0">
              <a:highlight>
                <a:srgbClr val="FFFF00"/>
              </a:highlight>
            </a:endParaRP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69009ED5-AFB4-8D5D-2041-7F228CD82F93}"/>
              </a:ext>
            </a:extLst>
          </p:cNvPr>
          <p:cNvCxnSpPr>
            <a:cxnSpLocks/>
          </p:cNvCxnSpPr>
          <p:nvPr/>
        </p:nvCxnSpPr>
        <p:spPr>
          <a:xfrm>
            <a:off x="8848208" y="2182451"/>
            <a:ext cx="0" cy="100646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11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0093 L 1.25E-6 -0.12176 C 1.25E-6 -0.17662 0.04804 -0.24421 0.08698 -0.24421 L 0.17408 -0.24421 " pathEditMode="fixed" rAng="0" ptsTypes="AAAA">
                                      <p:cBhvr>
                                        <p:cTn id="34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98" y="-1226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-0.00023 L 0.00078 -2.96296E-6 C 0.00065 -0.00092 0.00065 -0.00185 0.00052 -0.00231 C 0.00039 -0.00463 0.00013 -0.00694 2.91667E-6 -0.00902 C -0.00026 -0.01088 -0.00026 -0.01273 -0.00026 -0.01435 C -0.00039 -0.01597 -0.00052 -0.01736 -0.00052 -0.01875 C -0.00052 -0.02268 -0.00052 -0.02685 -0.00026 -0.03055 C -0.00026 -0.0324 0.00026 -0.03657 0.00052 -0.03819 C 0.00078 -0.03958 0.00104 -0.04051 0.0013 -0.04166 C 0.0013 -0.04259 0.00143 -0.04352 0.00156 -0.04421 C 0.00156 -0.04514 0.00169 -0.0456 0.00182 -0.04629 C 0.00156 -0.05162 0.00156 -0.04953 0.00156 -0.05254 " pathEditMode="relative" rAng="0" ptsTypes="AAAAAAAAAAAA">
                                      <p:cBhvr>
                                        <p:cTn id="36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61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7.40741E-7 L 2.77556E-17 0.00023 C -0.00013 -0.0007 -0.00013 -0.00162 -0.00026 -0.00208 C -0.00039 -0.0044 -0.00065 -0.00671 -0.00078 -0.0088 C -0.00104 -0.01065 -0.00104 -0.0125 -0.00104 -0.01412 C -0.00117 -0.01574 -0.0013 -0.01713 -0.0013 -0.01852 C -0.0013 -0.02245 -0.0013 -0.02662 -0.00104 -0.03032 C -0.00104 -0.03218 -0.00052 -0.03634 -0.00026 -0.03796 C 2.77556E-17 -0.03935 0.00026 -0.04028 0.00052 -0.04144 C 0.00052 -0.04236 0.00065 -0.04329 0.00078 -0.04398 C 0.00078 -0.04491 0.00091 -0.04537 0.00104 -0.04607 C 0.00078 -0.05139 0.00078 -0.04931 0.00078 -0.05232 " pathEditMode="relative" rAng="0" ptsTypes="AAAAAAAAAAAA">
                                      <p:cBhvr>
                                        <p:cTn id="38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07 L 0.00013 0.21482 C 0.00013 0.31088 0.01107 0.4294 0.01993 0.4294 L 0.03985 0.4294 " pathEditMode="relative" rAng="0" ptsTypes="AAAA">
                                      <p:cBhvr>
                                        <p:cTn id="42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9" y="2143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018 -0.24421 L 0.17018 -0.24398 C 0.17044 -0.24189 0.17083 -0.23935 0.17109 -0.2368 C 0.17122 -0.23472 0.17122 -0.2324 0.17148 -0.23032 C 0.17161 -0.22847 0.172 -0.22685 0.17226 -0.225 C 0.17239 -0.22314 0.17252 -0.22106 0.17265 -0.21921 C 0.17278 -0.21736 0.17317 -0.21574 0.17317 -0.21389 C 0.17317 -0.20139 0.17291 -0.18865 0.17265 -0.17615 C 0.17265 -0.17407 0.17213 -0.16759 0.17187 -0.16504 C 0.16979 -0.14699 0.17096 -0.15301 0.16849 -0.14282 C 0.16809 -0.13657 0.16783 -0.13032 0.16705 -0.1243 C 0.16562 -0.11481 0.1664 -0.12037 0.16497 -0.10717 C 0.1638 -0.0868 0.16549 -0.10949 0.16341 -0.09328 C 0.16289 -0.09004 0.16289 -0.0868 0.1625 -0.08356 C 0.16211 -0.08009 0.16145 -0.07662 0.16093 -0.07314 C 0.16041 -0.07014 0.16015 -0.06713 0.15963 -0.06435 C 0.15911 -0.06157 0.15859 -0.05879 0.15807 -0.05625 C 0.15742 -0.05277 0.15716 -0.04907 0.15638 -0.04583 C 0.15586 -0.04352 0.15494 -0.04143 0.15429 -0.03889 C 0.15364 -0.03588 0.15325 -0.03287 0.15234 -0.03009 C 0.15078 -0.02407 0.14661 -0.01111 0.14427 -0.00625 C 0.14218 -0.00208 0.14023 0.00209 0.13815 0.00625 C 0.13619 0.01042 0.13385 0.01366 0.13203 0.01829 C 0.12994 0.02361 0.12929 0.02616 0.12682 0.03079 C 0.125 0.03426 0.12304 0.03773 0.12109 0.04121 C 0.11679 0.04861 0.11783 0.04607 0.11432 0.05301 C 0.11315 0.0551 0.11211 0.05764 0.11093 0.05973 C 0.10807 0.06528 0.10507 0.07061 0.10208 0.07593 C 0.10117 0.07755 0.10052 0.07917 0.09961 0.08033 C 0.09817 0.08264 0.09648 0.08449 0.09518 0.08704 C 0.0944 0.08866 0.09362 0.09005 0.0927 0.09144 C 0.08294 0.10695 0.08919 0.09676 0.08151 0.10787 C 0.07864 0.11181 0.07617 0.11621 0.0733 0.11968 C 0.06953 0.12431 0.06458 0.13056 0.06067 0.1338 C 0.05924 0.13496 0.05768 0.13635 0.05625 0.1375 C 0.05455 0.13866 0.05104 0.14098 0.04934 0.1419 C 0.04752 0.14306 0.04557 0.14375 0.04362 0.14491 C 0.04166 0.14607 0.03958 0.14746 0.03763 0.14861 C 0.03671 0.14908 0.03567 0.14954 0.03476 0.15 C 0.03294 0.15116 0.03177 0.15255 0.02981 0.15301 C 0.02877 0.15324 0.02773 0.15348 0.02669 0.15371 C 0.02578 0.15394 0.025 0.15417 0.02408 0.1544 C 0.01979 0.15764 0.02461 0.1544 0.01966 0.15672 C 0.01901 0.15718 0.01823 0.15764 0.01731 0.15811 C 0.01679 0.15857 0.01614 0.15857 0.01562 0.15903 C 0.01523 0.15926 0.01484 0.15949 0.01445 0.15973 C 0.01315 0.15996 0.01171 0.16019 0.01041 0.16042 C 0.00742 0.16181 0.01015 0.16042 0.00716 0.16273 C 0.00612 0.16343 0.00325 0.16459 0.00273 0.16482 C 0.00065 0.16598 0.00156 0.16574 4.16667E-6 0.16574 " pathEditMode="relative" rAng="0" ptsTypes="AAAAAAAAAAAAAAAAAAAAAAAAAAAAAAAAAAAAAAAAAAAAAAAAAA">
                                      <p:cBhvr>
                                        <p:cTn id="52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59" y="20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6 -0.05602 L -0.00196 -0.05578 C -0.003 -0.07731 -0.00417 -0.09583 -0.00404 -0.1169 C -0.00404 -0.1412 -0.00378 -0.16574 -0.00326 -0.19004 C -0.00326 -0.19259 -0.00274 -0.19514 -0.00248 -0.19745 C -0.00196 -0.20069 -0.00144 -0.20393 -0.00078 -0.20717 C 2.91667E-6 -0.21088 0.00182 -0.21713 0.00299 -0.22037 C 0.00403 -0.22338 0.00534 -0.22569 0.00638 -0.2287 C 0.00729 -0.23125 0.00794 -0.23426 0.00885 -0.2368 C 0.01015 -0.24027 0.01172 -0.24352 0.01302 -0.24722 C 0.01354 -0.24861 0.01367 -0.25023 0.01419 -0.25162 C 0.01484 -0.25324 0.01771 -0.25972 0.01927 -0.26203 C 0.02005 -0.26296 0.02096 -0.26389 0.02174 -0.26481 C 0.02226 -0.26551 0.02252 -0.26666 0.02304 -0.26713 C 0.02422 -0.26828 0.02552 -0.26898 0.02669 -0.27014 C 0.02838 -0.27152 0.02995 -0.27338 0.03177 -0.27453 C 0.03515 -0.27662 0.04179 -0.28055 0.04635 -0.28194 C 0.04817 -0.2824 0.05 -0.28287 0.05169 -0.28333 C 0.05989 -0.28611 0.05039 -0.28426 0.06172 -0.28565 L 0.07304 -0.28703 C 0.08034 -0.28912 0.0862 -0.29074 0.09427 -0.29236 C 0.09687 -0.29282 0.09948 -0.29305 0.10221 -0.29375 C 0.10429 -0.29421 0.10625 -0.29537 0.10846 -0.29606 C 0.10937 -0.29629 0.11953 -0.29745 0.12005 -0.29745 L 0.14218 -0.29606 C 0.14414 -0.29583 0.14609 -0.29514 0.14804 -0.29514 C 0.1513 -0.29514 0.15468 -0.29583 0.15794 -0.29606 C 0.16588 -0.29815 0.16159 -0.29745 0.17096 -0.29745 " pathEditMode="relative" rAng="0" ptsTypes="AAAAAAAAAAAAAAAAAAAAAAAAAAAA">
                                      <p:cBhvr>
                                        <p:cTn id="58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29" y="-12083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7 -0.05232 L -0.00117 -0.05208 C -0.00091 -0.05602 -0.00065 -0.05972 -0.00039 -0.06343 C -0.00026 -0.06574 0.00013 -0.06806 0.00013 -0.07014 C 0.00013 -0.08171 -0.00013 -0.09352 -0.00039 -0.10509 C -0.00039 -0.10602 -0.00065 -0.10695 -0.00078 -0.10787 " pathEditMode="relative" rAng="0" ptsTypes="AAAAAA">
                                      <p:cBhvr>
                                        <p:cTn id="60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2778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985 0.42708 L 0.03985 0.42731 C 0.03972 0.42569 0.03776 0.40555 0.03776 0.39954 C 0.03776 0.39491 0.03776 0.39028 0.03815 0.38541 C 0.03828 0.38426 0.03855 0.38287 0.03894 0.38171 C 0.04076 0.37708 0.04063 0.38055 0.04063 0.37824 " pathEditMode="relative" rAng="0" ptsTypes="AAAAAA">
                                      <p:cBhvr>
                                        <p:cTn id="62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2431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0.16551 L 0.00104 0.16574 C 0.00104 0.14977 0.00117 0.13426 0.0013 0.11875 C 0.00182 0.08311 0.00169 0.14769 0.00169 0.10764 " pathEditMode="relative" rAng="0" ptsTypes="AAAA">
                                      <p:cBhvr>
                                        <p:cTn id="64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2894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877 -0.29305 L 0.17877 -0.29282 C 0.18177 -0.27777 0.18489 -0.2625 0.18789 -0.24722 C 0.18919 -0.24027 0.19062 -0.23356 0.19166 -0.22639 C 0.1931 -0.21597 0.19544 -0.20555 0.19622 -0.19467 L 0.19752 -0.17824 C 0.19817 -0.15578 0.19843 -0.15578 0.19661 -0.125 C 0.19635 -0.12129 0.19557 -0.11759 0.19492 -0.11389 C 0.19284 -0.10231 0.19336 -0.10671 0.19075 -0.09676 C 0.18906 -0.09004 0.18789 -0.08264 0.1858 -0.07615 L 0.17955 -0.05602 C 0.17578 -0.04421 0.1733 -0.03426 0.16784 -0.02268 C 0.1664 -0.01967 0.16497 -0.0162 0.16328 -0.01319 C 0.15846 -0.00393 0.15156 0.00718 0.14622 0.01505 C 0.13932 0.02477 0.13281 0.03565 0.125 0.04306 C 0.12161 0.0463 0.11823 0.04931 0.11497 0.05278 C 0.10481 0.06366 0.10859 0.06181 0.09922 0.0706 C 0.09635 0.07315 0.09336 0.07547 0.09036 0.07801 C 0.08828 0.07986 0.08633 0.08195 0.08411 0.0838 C 0.08216 0.08565 0.08008 0.0875 0.07786 0.08912 C 0.07461 0.09144 0.07109 0.09283 0.06797 0.09584 C 0.05924 0.10348 0.06523 0.09885 0.05755 0.10324 C 0.05586 0.10394 0.05416 0.10533 0.05247 0.10602 C 0.04922 0.10741 0.04583 0.10787 0.04245 0.10903 C 0.03672 0.11111 0.03802 0.11088 0.03047 0.11204 C 0.02213 0.1132 0.01093 0.1132 0.00377 0.11343 L 0.00091 0.11435 " pathEditMode="relative" rAng="0" ptsTypes="AAAAAAAAAAAAAAAAAAAAAAAAAAA">
                                      <p:cBhvr>
                                        <p:cTn id="68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43" y="2037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10741 L -0.00104 -0.10718 C -0.00417 -0.17014 -0.00091 -0.11273 -0.00521 -0.16968 C -0.00638 -0.18565 -0.00651 -0.19282 -0.00729 -0.2081 C -0.00755 -0.21296 -0.00781 -0.21759 -0.00807 -0.22222 C -0.00794 -0.23148 -0.00807 -0.24051 -0.00768 -0.24977 C -0.00768 -0.25232 -0.00729 -0.25509 -0.0069 -0.25787 C -0.00651 -0.26042 -0.00612 -0.26273 -0.0056 -0.26528 C -0.00456 -0.27037 -0.00352 -0.27477 -0.00195 -0.27917 C -0.00065 -0.28264 2.77556E-17 -0.28704 0.00182 -0.28889 C 0.00286 -0.28982 0.00378 -0.29074 0.00482 -0.2919 C 0.0082 -0.29583 0.00872 -0.29792 0.01315 -0.30139 C 0.01536 -0.30347 0.01784 -0.30417 0.02018 -0.30602 C 0.025 -0.30949 0.02969 -0.3132 0.03438 -0.31713 C 0.0457 -0.32639 0.03451 -0.31829 0.04688 -0.32732 C 0.0487 -0.3287 0.05052 -0.32963 0.05221 -0.33102 C 0.05352 -0.33218 0.05469 -0.3338 0.05599 -0.33472 C 0.05794 -0.33611 0.06432 -0.33912 0.06641 -0.34005 C 0.07031 -0.34144 0.08151 -0.34445 0.08438 -0.34514 C 0.08789 -0.34607 0.09154 -0.34699 0.09518 -0.34745 C 0.11263 -0.34954 0.13555 -0.34931 0.15182 -0.34954 C 0.16211 -0.35046 0.15768 -0.35023 0.16523 -0.35023 " pathEditMode="relative" rAng="0" ptsTypes="AAAAAAAAAAAAAAAAAAAAAA">
                                      <p:cBhvr>
                                        <p:cTn id="72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56" y="-12153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063 0.37592 L 0.04063 0.37616 C 0.03763 0.34352 0.03841 0.36065 0.03841 0.32477 " pathEditMode="relative" rAng="0" ptsTypes="AAA">
                                      <p:cBhvr>
                                        <p:cTn id="74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2546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0.10672 L 0.00078 0.10741 C 0.00052 0.10232 0.00013 0.09838 -0.00013 0.09422 C -0.00039 0.09236 -0.00105 0.09051 -0.00105 0.0882 C -0.00157 0.08473 -0.00183 0.08102 -0.00183 0.07755 C -0.00157 0.06667 -0.00313 0.06227 0.00078 0.0544 C 0.00078 0.05394 0.0013 0.05394 0.00182 0.05371 " pathEditMode="relative" rAng="0" ptsTypes="AAAAAAA">
                                      <p:cBhvr>
                                        <p:cTn id="76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2616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10301 L 0.00013 0.10324 C 0.00013 0.08588 0.00039 0.06875 0.00052 0.05185 " pathEditMode="relative" rAng="0" ptsTypes="AAA">
                                      <p:cBhvr>
                                        <p:cTn id="78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747 -0.35417 L 0.17747 -0.35394 C 0.17904 -0.34653 0.18073 -0.33912 0.18203 -0.33125 C 0.18438 -0.31829 0.18529 -0.30648 0.18672 -0.29282 C 0.18815 -0.26019 0.18828 -0.26829 0.18542 -0.21945 C 0.18477 -0.20787 0.18073 -0.18912 0.17878 -0.1794 C 0.17266 -0.14884 0.17526 -0.16389 0.16628 -0.12477 C 0.16484 -0.11875 0.16406 -0.1125 0.1625 -0.10695 C 0.14844 -0.05463 0.16471 -0.11389 0.15378 -0.07662 C 0.14831 -0.05787 0.14609 -0.04491 0.13789 -0.02986 C 0.13398 -0.02269 0.1306 -0.01482 0.1263 -0.00833 C 0.12005 0.00069 0.11328 0.0088 0.10755 0.01898 C 0.10677 0.02014 0.10612 0.02153 0.10547 0.02268 C 0.10169 0.02847 0.09857 0.03287 0.09453 0.0375 C 0.09245 0.04005 0.09023 0.04305 0.08789 0.04491 C 0.07799 0.05324 0.06497 0.05903 0.05456 0.06134 C 0.05221 0.0618 0.04987 0.06204 0.04753 0.06273 C 0.04414 0.06366 0.04089 0.06481 0.0375 0.06574 C 0.0263 0.06805 0.02331 0.06805 0.0125 0.06875 C 0.01198 0.06852 0.00755 0.06805 0.00625 0.06713 C 0.0056 0.06667 0.00299 0.06273 0.00286 0.06273 C 0.00247 0.06227 0.00208 0.0618 0.00169 0.06134 C -0.00156 0.05648 0.00221 0.06111 -0.00078 0.05764 " pathEditMode="relative" rAng="0" ptsTypes="AAAAAAAAAAAAAAAAAAAAAAA">
                                      <p:cBhvr>
                                        <p:cTn id="84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11" y="211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855 0.32129 L 0.03855 0.32153 C 0.03828 0.31018 0.03802 0.29884 0.03776 0.28796 C 0.03763 0.28495 0.03737 0.28194 0.03724 0.27893 C 0.03711 0.27523 0.03711 0.27153 0.03685 0.26782 C 0.03659 0.26273 0.03633 0.25741 0.03607 0.25231 C 0.03581 0.24629 0.03529 0.23449 0.03529 0.23472 C 0.03542 0.21528 0.03542 0.19606 0.03568 0.17685 C 0.03568 0.175 0.03581 0.17315 0.03607 0.17153 C 0.03646 0.16875 0.03672 0.16597 0.03724 0.16342 C 0.04024 0.15162 0.04141 0.15116 0.04558 0.1412 C 0.04649 0.13912 0.04714 0.13657 0.04818 0.13449 C 0.04974 0.13079 0.05222 0.12754 0.05443 0.125 C 0.05573 0.12338 0.05716 0.12199 0.0586 0.12037 C 0.05899 0.11991 0.05938 0.11921 0.05977 0.11898 C 0.0612 0.11805 0.06263 0.11759 0.06394 0.11666 C 0.0655 0.11574 0.06706 0.11435 0.06849 0.11296 C 0.06953 0.11204 0.07045 0.11088 0.07149 0.11018 C 0.07266 0.10926 0.07396 0.10903 0.07526 0.10856 C 0.07631 0.10764 0.07735 0.10648 0.07852 0.10555 C 0.07943 0.10509 0.08907 0.09977 0.09063 0.09907 C 0.0918 0.09815 0.0931 0.09745 0.0944 0.09676 C 0.09584 0.09583 0.0974 0.09421 0.09896 0.09375 C 0.11133 0.08958 0.1 0.09305 0.11146 0.09074 C 0.11745 0.08958 0.12331 0.0875 0.1293 0.08704 L 0.15769 0.08565 C 0.16862 0.08403 0.15847 0.08541 0.17644 0.08426 C 0.17917 0.08403 0.1819 0.08356 0.18477 0.08333 C 0.18581 0.0831 0.18698 0.08287 0.18802 0.08264 C 0.18881 0.08241 0.18946 0.08217 0.19011 0.08194 C 0.19167 0.08148 0.19323 0.08125 0.19466 0.08125 C 0.20339 0.08032 0.20326 0.08055 0.20977 0.08055 " pathEditMode="relative" rAng="0" ptsTypes="AAAAAAAAAAAAAAAAAAAAAAAAAAAAAAAA">
                                      <p:cBhvr>
                                        <p:cTn id="90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98" y="-12037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05023 L 0.00156 0.05047 C -0.00287 0.01551 -0.0017 0.03172 -0.0017 0.00209 " pathEditMode="relative" rAng="0" ptsTypes="AAA">
                                      <p:cBhvr>
                                        <p:cTn id="98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" y="-2407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.05208 L 2.5E-6 0.05231 C 0.00052 0.03333 0.00065 0.03588 2.5E-6 0.01366 C -0.00013 0.00717 -0.00039 0.01273 -0.00065 0.00694 C -0.00078 0.00532 -0.00065 0.0037 -0.00065 0.00208 " pathEditMode="relative" rAng="0" ptsTypes="AAAAA">
                                      <p:cBhvr>
                                        <p:cTn id="100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2500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0.05532 L -0.00039 0.05555 C -0.00026 0.04838 2.77556E-17 0.04167 -0.00013 0.03495 C -0.00013 0.02616 -0.00065 0.01759 -0.00078 0.00903 C -0.00091 0.00579 -0.00078 0.00278 -0.00078 -0.00023 " pathEditMode="relative" rAng="0" ptsTypes="AAAAA">
                                      <p:cBhvr>
                                        <p:cTn id="102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42 0.08356 L 0.2142 0.08356 C 0.21602 0.0868 0.21784 0.08981 0.21966 0.09329 C 0.22045 0.09467 0.22097 0.09653 0.22175 0.09815 C 0.22227 0.09954 0.22318 0.10046 0.2237 0.10185 C 0.22448 0.10324 0.225 0.10509 0.22578 0.10671 C 0.22761 0.11018 0.22956 0.11319 0.23138 0.11643 C 0.23203 0.11759 0.23282 0.11875 0.23334 0.12014 C 0.23503 0.12384 0.23633 0.12778 0.23815 0.13125 C 0.2405 0.13518 0.2431 0.13889 0.24506 0.14329 C 0.24584 0.14514 0.24636 0.14676 0.24714 0.14838 C 0.2487 0.15139 0.25052 0.1537 0.25196 0.15694 C 0.25287 0.15879 0.25365 0.16111 0.25469 0.16296 C 0.25573 0.16481 0.25716 0.16597 0.25821 0.16782 C 0.25899 0.16921 0.25951 0.17129 0.26029 0.17268 C 0.26159 0.17523 0.26302 0.17754 0.26433 0.18009 C 0.26563 0.18241 0.26654 0.18518 0.26784 0.1875 C 0.26953 0.19074 0.27149 0.19398 0.27331 0.19722 L 0.27813 0.20579 C 0.27995 0.20903 0.28138 0.21319 0.2836 0.21551 C 0.2905 0.22291 0.28412 0.21574 0.29388 0.23032 C 0.29597 0.23333 0.29818 0.23588 0.30013 0.23889 C 0.30183 0.24143 0.30326 0.24467 0.30495 0.24745 C 0.30925 0.2537 0.31368 0.25972 0.31797 0.26574 C 0.32006 0.26852 0.3224 0.27106 0.32422 0.2743 C 0.34128 0.30463 0.3224 0.27222 0.33659 0.29398 C 0.33802 0.29606 0.3392 0.29907 0.34076 0.30116 C 0.34245 0.30393 0.34453 0.30602 0.34623 0.30856 C 0.34766 0.31088 0.34883 0.31366 0.35039 0.31597 C 0.35144 0.31736 0.35274 0.31805 0.35378 0.31967 C 0.35651 0.32384 0.35847 0.3294 0.36133 0.3331 L 0.3737 0.34884 C 0.37565 0.35139 0.37748 0.3537 0.3793 0.35625 C 0.38295 0.36204 0.38685 0.36736 0.39024 0.37338 C 0.39167 0.37592 0.39297 0.37847 0.3944 0.38079 C 0.39571 0.38287 0.39714 0.38472 0.39857 0.3868 C 0.39974 0.38889 0.40078 0.39097 0.40196 0.39305 C 0.40352 0.3956 0.40521 0.39768 0.40677 0.40023 C 0.40795 0.40231 0.40899 0.40463 0.41016 0.40648 C 0.41341 0.41157 0.41368 0.41041 0.41641 0.4162 C 0.4181 0.41967 0.41953 0.42384 0.42123 0.42731 C 0.43295 0.45139 0.41745 0.41805 0.43021 0.44074 C 0.43386 0.44722 0.43737 0.45416 0.4405 0.46157 C 0.44701 0.47708 0.43685 0.45254 0.44532 0.47384 C 0.44662 0.47708 0.44818 0.48009 0.44948 0.48356 C 0.45026 0.48588 0.45078 0.48842 0.45144 0.49097 C 0.45209 0.49305 0.45287 0.49491 0.45352 0.49699 C 0.45808 0.50903 0.4569 0.50347 0.46107 0.51898 C 0.46263 0.52454 0.46355 0.53079 0.46524 0.53611 C 0.47813 0.57708 0.46511 0.52708 0.47357 0.56065 C 0.4737 0.56273 0.4737 0.56481 0.47422 0.56666 C 0.47552 0.57176 0.47904 0.58148 0.47904 0.58148 C 0.4819 0.60162 0.47891 0.58125 0.48177 0.59977 C 0.48203 0.60139 0.48216 0.60301 0.48243 0.60463 C 0.48282 0.60671 0.48347 0.60856 0.48386 0.61088 C 0.48581 0.62268 0.48308 0.61157 0.48594 0.62176 C 0.48607 0.6243 0.48633 0.62662 0.48659 0.62916 C 0.48698 0.63241 0.48802 0.63565 0.48802 0.63889 L 0.48802 0.6537 " pathEditMode="relative" ptsTypes="AAAAAAAAAAAAAAAAAAAAAAAAAAAAAAAAAAAAAAAAAAAAAAAAAAAAAAAAAAA">
                                      <p:cBhvr>
                                        <p:cTn id="106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4 0.00648 L -0.00274 0.00648 C 0.00729 -0.04467 0.01276 -0.06782 0.01992 -0.11342 C 0.02148 -0.12315 0.02279 -0.1331 0.02409 -0.14282 C 0.02643 -0.16204 0.02773 -0.18148 0.03099 -0.20046 C 0.03385 -0.21782 0.03763 -0.23495 0.03984 -0.25301 C 0.04245 -0.27338 0.04427 -0.29398 0.0474 -0.31412 C 0.04948 -0.32708 0.05195 -0.34004 0.05365 -0.35324 C 0.05872 -0.39259 0.05651 -0.40023 0.0612 -0.44491 C 0.06484 -0.47963 0.06185 -0.44954 0.06458 -0.48287 C 0.06901 -0.53542 0.06471 -0.48009 0.0681 -0.52454 C 0.06862 -0.54143 0.06953 -0.56342 0.06953 -0.57963 C 0.06953 -0.59329 0.06914 -0.60717 0.06875 -0.62106 C 0.06875 -0.62268 0.06862 -0.62454 0.0681 -0.62592 C 0.06758 -0.62754 0.06667 -0.62847 0.06601 -0.62963 C 0.06523 -0.63125 0.06458 -0.63287 0.06393 -0.63449 L 0.06328 -0.63935 " pathEditMode="relative" ptsTypes="AAAAAAAAAAAAAAAAA">
                                      <p:cBhvr>
                                        <p:cTn id="122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8802 0.6537 L 0.48802 0.65416 C 0.48528 0.65208 0.4832 0.65092 0.48073 0.64907 C 0.47994 0.64815 0.47929 0.64722 0.47851 0.64699 C 0.47695 0.64583 0.47448 0.64583 0.47291 0.64514 C 0.4707 0.64398 0.46875 0.64213 0.46666 0.6412 C 0.4625 0.63912 0.45364 0.63426 0.44895 0.63333 C 0.44544 0.63241 0.44166 0.63264 0.43815 0.63241 C 0.43619 0.63171 0.43424 0.63079 0.43229 0.63055 C 0.42578 0.6294 0.42278 0.63009 0.41692 0.6287 C 0.41119 0.62685 0.41263 0.62662 0.40755 0.62477 C 0.40312 0.62268 0.39882 0.62129 0.3944 0.61991 C 0.39257 0.61921 0.39075 0.61875 0.38893 0.61782 L 0.38476 0.61597 C 0.3832 0.61528 0.38151 0.61481 0.38007 0.61412 C 0.37825 0.61296 0.37656 0.6118 0.37487 0.61111 C 0.37096 0.60926 0.36718 0.60741 0.36341 0.60625 C 0.36054 0.60532 0.35794 0.60463 0.3552 0.60347 C 0.35195 0.60185 0.34895 0.6 0.34583 0.59861 C 0.34375 0.59722 0.34153 0.59653 0.33945 0.5956 C 0.33658 0.59375 0.33372 0.59097 0.33073 0.58981 C 0.32265 0.58588 0.31432 0.58426 0.30638 0.58009 C 0.29023 0.57129 0.3095 0.58125 0.28776 0.57222 C 0.28437 0.57083 0.28112 0.56852 0.27786 0.56759 C 0.27448 0.5662 0.27122 0.5662 0.26796 0.56551 C 0.26419 0.56435 0.2608 0.56296 0.25716 0.56157 C 0.25195 0.55995 0.24661 0.55879 0.24153 0.55671 C 0.22955 0.55231 0.23099 0.55116 0.22135 0.54815 C 0.21614 0.54606 0.2108 0.54491 0.20559 0.54329 C 0.20078 0.54143 0.19609 0.53912 0.19127 0.5375 C 0.16901 0.52963 0.18632 0.53773 0.16484 0.5287 C 0.15599 0.525 0.14023 0.51597 0.1332 0.51504 L 0.12643 0.51412 C 0.12461 0.51342 0.12291 0.51273 0.12122 0.51227 C 0.11198 0.50949 0.10273 0.50856 0.09375 0.50741 C 0.0914 0.50694 0.08919 0.50694 0.08698 0.50648 L 0.0776 0.5044 C 0.07617 0.5037 0.07474 0.50301 0.07343 0.50254 C 0.07213 0.50208 0.07096 0.50231 0.06992 0.50162 C 0.06875 0.50069 0.06783 0.4993 0.06679 0.49861 C 0.05872 0.49282 0.06276 0.49629 0.05533 0.49282 C 0.05351 0.4919 0.05182 0.49051 0.05013 0.48981 C 0.04921 0.48935 0.0483 0.48912 0.04752 0.48889 C 0.04427 0.4875 0.04388 0.48657 0.04075 0.48611 C 0.03984 0.48588 0.03893 0.48611 0.03828 0.48611 " pathEditMode="relative" rAng="0" ptsTypes="AAAAAAAAAAAAAAAAAAAAAAAAAAAAAAAAAAAAAAAAAAAAA">
                                      <p:cBhvr>
                                        <p:cTn id="126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487" y="-8380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-0.00208 L 0.00065 -0.00185 C -0.00052 -0.00787 -0.00209 -0.01342 -0.00287 -0.01944 C -0.00352 -0.02384 -0.00352 -0.02847 -0.00352 -0.0331 C -0.00352 -0.05277 -0.00378 -0.07268 -0.00287 -0.09236 C -0.00261 -0.09838 -0.00079 -0.1037 -0.00013 -0.10972 C 0.00052 -0.11481 0.00078 -0.12037 0.0013 -0.12569 C 0.00143 -0.12916 0.00234 -0.15578 0.00273 -0.16018 C 0.00299 -0.16435 0.0039 -0.16736 0.00481 -0.17129 C 0.00599 -0.17731 0.00625 -0.18078 0.0082 -0.18611 C 0.00872 -0.18773 0.00976 -0.18842 0.01028 -0.18981 C 0.01119 -0.19189 0.01145 -0.19421 0.01237 -0.19606 C 0.01432 -0.2 0.01862 -0.20254 0.0207 -0.20463 C 0.02187 -0.20602 0.02304 -0.2074 0.02421 -0.20833 C 0.02656 -0.21041 0.02903 -0.21064 0.03112 -0.21342 C 0.04349 -0.22986 0.02044 -0.20393 0.03945 -0.22199 C 0.04127 -0.22361 0.0427 -0.22639 0.0444 -0.22824 C 0.04596 -0.23009 0.04765 -0.23148 0.04921 -0.2331 C 0.05351 -0.23773 0.05325 -0.23912 0.0582 -0.24166 C 0.06276 -0.24421 0.06679 -0.2449 0.07148 -0.24537 C 0.08398 -0.24722 0.09049 -0.24791 0.10195 -0.24907 L 0.12356 -0.24791 C 0.12565 -0.24768 0.12773 -0.24722 0.12981 -0.24676 C 0.13333 -0.24583 0.13528 -0.24537 0.1388 -0.24421 C 0.13997 -0.24352 0.14101 -0.24236 0.14231 -0.24166 C 0.14414 -0.24074 0.14596 -0.24004 0.14778 -0.23935 C 0.15599 -0.23564 0.14961 -0.23796 0.16718 -0.23796 " pathEditMode="relative" rAng="0" ptsTypes="AAAAAAAAAAAAAAAAAAAAAAAAAAA">
                                      <p:cBhvr>
                                        <p:cTn id="134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12" y="-12338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0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0232 L 0.00065 0.00255 C 0.00039 -0.00231 0.00026 -0.00694 -0.00013 -0.01134 C -0.00104 -0.02546 -0.00104 -0.01273 -0.00144 -0.03356 C -0.00157 -0.04143 -0.00144 -0.0493 -0.00144 -0.05694 " pathEditMode="relative" rAng="0" ptsTypes="AAAAA">
                                      <p:cBhvr>
                                        <p:cTn id="136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2963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0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7.40741E-7 L 2.77556E-17 0.00023 C -0.00091 -0.0213 -0.00052 -0.0081 -0.00104 -0.0375 C -0.00143 -0.05116 -0.0013 -0.04537 -0.0013 -0.0537 " pathEditMode="relative" rAng="0" ptsTypes="AAAA">
                                      <p:cBhvr>
                                        <p:cTn id="138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2685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972 0.48356 L 0.03972 0.48379 L 0.03972 0.43032 " pathEditMode="relative" rAng="0" ptsTypes="AAA">
                                      <p:cBhvr>
                                        <p:cTn id="140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33 -0.24907 L 0.1733 -0.24884 C 0.17226 -0.20347 0.17213 -0.15764 0.17044 -0.1118 C 0.17018 -0.1037 0.16809 -0.09606 0.16718 -0.08819 C 0.16588 -0.07801 0.16484 -0.06782 0.1638 -0.05764 C 0.16367 -0.0537 0.16354 -0.04977 0.16328 -0.04583 C 0.16263 -0.03703 0.16145 -0.0287 0.16106 -0.02014 C 0.16054 -0.0118 0.16093 -0.00347 0.16041 0.00463 C 0.16028 0.00834 0.15664 0.03588 0.15599 0.04028 C 0.15442 0.05047 0.15403 0.06158 0.15104 0.07084 C 0.15026 0.07315 0.14948 0.07547 0.14882 0.07778 C 0.14817 0.0801 0.14778 0.08241 0.14713 0.08473 C 0.14479 0.0919 0.13906 0.10463 0.13658 0.10926 C 0.12682 0.12801 0.1302 0.11922 0.12161 0.13311 C 0.11315 0.14653 0.10703 0.16042 0.09661 0.16968 C 0.09505 0.17084 0.09362 0.17269 0.09205 0.17361 C 0.08645 0.17686 0.08086 0.18172 0.07487 0.18241 L 0.0677 0.18334 C 0.06419 0.18403 0.06067 0.18519 0.05716 0.18542 L 0.04544 0.18635 C 0.03424 0.18889 0.03919 0.18843 0.01875 0.18334 C 0.01744 0.18311 0.01536 0.17963 0.01432 0.17848 C 0.01041 0.17385 0.01276 0.17732 0.00989 0.17361 C 0.00911 0.17269 0.00846 0.1713 0.00768 0.17061 C 0.0069 0.16991 0.00612 0.16991 0.00546 0.16968 C 0.00169 0.16505 0.00299 0.16736 0.00104 0.16366 " pathEditMode="relative" rAng="0" ptsTypes="AAAAAAAAAAAAAAAAAAAAAAAAAA">
                                      <p:cBhvr>
                                        <p:cTn id="146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20" y="21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05671 L -0.00078 -0.05648 C -0.00209 -0.06805 -0.00391 -0.07916 -0.00469 -0.09051 C -0.00534 -0.10023 -0.00534 -0.11018 -0.00521 -0.12014 C -0.00508 -0.14676 -0.00469 -0.17338 -0.00417 -0.20023 C -0.00404 -0.20301 -0.00378 -0.20602 -0.00352 -0.20902 C -0.00313 -0.21666 -0.00313 -0.21852 -0.0013 -0.22592 C -0.00078 -0.22824 0.00013 -0.23032 0.00091 -0.23264 C 0.00104 -0.23402 0.00091 -0.23565 0.00143 -0.2368 C 0.00208 -0.23819 0.00338 -0.23842 0.00416 -0.23958 C 0.00534 -0.2412 0.00651 -0.24282 0.00755 -0.24467 C 0.00859 -0.24652 0.00924 -0.24884 0.01028 -0.25046 C 0.01146 -0.25254 0.01302 -0.2537 0.01419 -0.25555 C 0.01562 -0.25764 0.01692 -0.25995 0.0181 -0.2625 C 0.02057 -0.26759 0.02031 -0.26944 0.02304 -0.27338 C 0.02396 -0.27453 0.025 -0.27523 0.02591 -0.27615 C 0.02955 -0.28055 0.03177 -0.28472 0.03646 -0.28703 C 0.03776 -0.28773 0.03906 -0.28842 0.04036 -0.28912 C 0.04284 -0.29004 0.05026 -0.29259 0.05247 -0.29305 C 0.05495 -0.29352 0.05729 -0.29375 0.05976 -0.29398 L 0.08919 -0.29305 C 0.11106 -0.2919 0.10534 -0.29305 0.11862 -0.28912 C 0.12695 -0.29004 0.13541 -0.29004 0.14362 -0.29213 C 0.14531 -0.29236 0.14648 -0.2949 0.14804 -0.29606 C 0.14896 -0.29652 0.14987 -0.29699 0.15091 -0.29699 C 0.15573 -0.29722 0.16054 -0.29699 0.16523 -0.29699 " pathEditMode="relative" rAng="0" ptsTypes="AAAAAAAAAAAAAAAAAAAAAAAAAA">
                                      <p:cBhvr>
                                        <p:cTn id="152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-12014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05301 L 0.00026 -0.05278 C -0.00013 -0.05903 -0.00052 -0.06505 -0.00091 -0.07083 C -0.00104 -0.07361 -0.00143 -0.07616 -0.00143 -0.0787 C -0.00156 -0.08889 -0.00143 -0.09907 -0.00143 -0.10926 " pathEditMode="relative" rAng="0" ptsTypes="AAAAA">
                                      <p:cBhvr>
                                        <p:cTn id="154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2801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0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05 0.42893 L 0.0405 0.42916 C 0.03907 0.38472 0.03933 0.40278 0.03933 0.375 " pathEditMode="relative" rAng="0" ptsTypes="AAA">
                                      <p:cBhvr>
                                        <p:cTn id="156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2685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0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16181 L 0.00039 0.16204 C 0.00052 0.14468 0.00052 0.12778 0.00091 0.11065 C 0.00091 0.10949 0.00156 0.10695 0.00156 0.10718 " pathEditMode="relative" rAng="0" ptsTypes="AAAA">
                                      <p:cBhvr>
                                        <p:cTn id="158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2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0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161 -0.30347 L 0.17161 -0.30324 C 0.17239 -0.29907 0.1733 -0.29444 0.17383 -0.28981 C 0.17435 -0.28588 0.17448 -0.28194 0.175 -0.27801 C 0.17539 -0.27407 0.17604 -0.27014 0.17669 -0.2662 C 0.17695 -0.25902 0.1776 -0.25185 0.17773 -0.24467 C 0.17838 -0.21759 0.17799 -0.23032 0.1789 -0.20648 C 0.17864 -0.18588 0.17877 -0.16527 0.17825 -0.14467 C 0.17812 -0.13796 0.17656 -0.13217 0.17552 -0.12615 C 0.17435 -0.11921 0.17396 -0.1118 0.17226 -0.10555 C 0.16771 -0.08935 0.16966 -0.09676 0.16393 -0.07315 C 0.16302 -0.06921 0.16211 -0.06527 0.1612 -0.06134 C 0.15976 -0.05532 0.1582 -0.04953 0.15677 -0.04375 C 0.15586 -0.03981 0.15195 -0.02222 0.15065 -0.01921 C 0.14922 -0.01527 0.14791 -0.01111 0.14635 -0.0074 C 0.14036 0.00695 0.13164 0.02385 0.12474 0.03473 C 0.12317 0.0375 0.12161 0.04028 0.11979 0.0426 C 0.11627 0.04723 0.11237 0.05093 0.10885 0.05533 C 0.1069 0.05764 0.10521 0.06042 0.10325 0.06227 C 0.10078 0.06459 0.09804 0.06598 0.09557 0.06806 C 0.09166 0.07153 0.08802 0.07639 0.08398 0.07894 C 0.08138 0.08056 0.07877 0.08195 0.0763 0.0838 C 0.07526 0.08449 0.06588 0.09329 0.06354 0.09468 C 0.06159 0.0956 0.0595 0.09584 0.05755 0.09653 C 0.05286 0.09977 0.0513 0.10116 0.04596 0.10255 C 0.04323 0.10324 0.04036 0.10301 0.03763 0.10348 C 0.0095 0.10857 0.02942 0.10741 0.0013 0.10741 " pathEditMode="relative" rAng="0" ptsTypes="AAAAAAAAAAAAAAAAAAAAAAAAAAA">
                                      <p:cBhvr>
                                        <p:cTn id="164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51" y="20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0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3 -0.10671 L -0.00143 -0.10648 C 2.77556E-17 -0.12523 0.00104 -0.14051 0.00404 -0.15972 L 0.00573 -0.1706 C 0.00586 -0.17801 0.00625 -0.18565 0.00625 -0.19306 C 0.00625 -0.2 0.00521 -0.20093 0.00404 -0.20787 C 0.00378 -0.20949 0.00365 -0.21111 0.00352 -0.21273 C 0.00326 -0.21389 0.00313 -0.21528 0.00286 -0.21667 C 0.00326 -0.23634 0.00182 -0.24537 0.00456 -0.26065 C 0.00508 -0.26343 0.0056 -0.26597 0.00625 -0.26852 C 0.00781 -0.27523 0.00872 -0.2794 0.0112 -0.28519 C 0.01341 -0.29074 0.01745 -0.29722 0.02005 -0.30185 C 0.02096 -0.30347 0.02201 -0.30486 0.02279 -0.30671 C 0.02331 -0.3081 0.0237 -0.30972 0.02435 -0.31065 C 0.025 -0.31157 0.02591 -0.31181 0.02656 -0.31273 C 0.02747 -0.31389 0.02799 -0.31551 0.02878 -0.31667 C 0.03021 -0.31852 0.03177 -0.31968 0.0332 -0.32153 C 0.03529 -0.32407 0.03711 -0.32708 0.03932 -0.3294 C 0.04206 -0.33241 0.04674 -0.33565 0.04974 -0.3382 C 0.0513 -0.33935 0.0526 -0.34097 0.05417 -0.34213 C 0.05508 -0.34259 0.05599 -0.34282 0.0569 -0.34306 C 0.05951 -0.34375 0.06211 -0.34421 0.06471 -0.34491 C 0.0681 -0.34607 0.07161 -0.34792 0.07513 -0.34884 C 0.08594 -0.35232 0.09297 -0.35255 0.1043 -0.35486 C 0.12148 -0.3581 0.10352 -0.35579 0.12148 -0.35764 L 0.16615 -0.35671 " pathEditMode="relative" rAng="0" ptsTypes="AAAAAAAAAAAAAAAAAAAAAAAAAA">
                                      <p:cBhvr>
                                        <p:cTn id="170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72" y="-12546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959 0.37685 L 0.03959 0.37708 L 0.03959 0.32083 " pathEditMode="relative" rAng="0" ptsTypes="AAA">
                                      <p:cBhvr>
                                        <p:cTn id="172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801"/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10834 L 0.0026 0.10857 C 0.00156 0.08102 0.00195 0.09908 0.00195 0.0544 " pathEditMode="relative" rAng="0" ptsTypes="AAA">
                                      <p:cBhvr>
                                        <p:cTn id="174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2685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10394 L 0.00026 0.10417 C 0.00039 0.0956 0.00052 0.0875 0.00078 0.0794 C 0.00091 0.07778 0.00117 0.07616 0.00143 0.07454 C 0.00156 0.07176 0.00195 0.06922 0.00195 0.06667 C 0.00208 0.06181 0.00195 0.05695 0.00195 0.05209 " pathEditMode="relative" rAng="0" ptsTypes="AAAAAA">
                                      <p:cBhvr>
                                        <p:cTn id="176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-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888 -0.3412 L 0.16888 -0.34097 C 0.1694 -0.33171 0.16966 -0.32384 0.17161 -0.31412 L 0.17435 -0.29977 C 0.17474 -0.29792 0.17526 -0.29607 0.17552 -0.29421 C 0.17591 -0.2912 0.1763 -0.28843 0.17656 -0.28565 C 0.17682 -0.2838 0.17682 -0.28195 0.17721 -0.27986 C 0.17799 -0.27454 0.17995 -0.26389 0.17995 -0.26366 C 0.18112 -0.23935 0.1806 -0.24931 0.18164 -0.2338 C 0.17799 -0.15139 0.18125 -0.20556 0.17826 -0.1713 C 0.17747 -0.16204 0.17786 -0.16204 0.17656 -0.15139 C 0.1763 -0.14907 0.17591 -0.14676 0.17552 -0.14491 C 0.17539 -0.14213 0.17513 -0.13982 0.175 -0.13727 C 0.17474 -0.1331 0.17448 -0.125 0.17383 -0.12014 C 0.17344 -0.1162 0.17279 -0.1125 0.17227 -0.1088 C 0.17122 -0.10278 0.1707 -0.0963 0.16888 -0.09074 L 0.16289 -0.07176 C 0.16211 -0.06991 0.16159 -0.06736 0.16068 -0.06528 C 0.15586 -0.05556 0.15182 -0.04653 0.1457 -0.03889 L 0.1332 -0.02269 C 0.13255 -0.02199 0.1237 -0.00972 0.12266 -0.00857 C 0.12122 -0.00718 0.11966 -0.00556 0.11823 -0.00394 C 0.11185 0.00393 0.11458 0.00231 0.10729 0.00949 C 0.10599 0.01065 0.10469 0.01111 0.10339 0.01204 C 0.10169 0.01366 0.10013 0.01551 0.09844 0.01713 C 0.09232 0.02222 0.09688 0.01759 0.09076 0.02176 C 0.08919 0.02292 0.0875 0.02407 0.08594 0.02546 C 0.08177 0.02847 0.07148 0.03426 0.0694 0.03495 C 0.06471 0.03634 0.06016 0.03773 0.0556 0.03958 C 0.05156 0.0412 0.04753 0.04305 0.04362 0.04421 C 0.02461 0.05 0.04076 0.04537 0.03034 0.04815 C 0.02917 0.04838 0.02813 0.04861 0.02695 0.04907 C 0.02578 0.0493 0.02448 0.04954 0.02318 0.05 C 0.02227 0.05023 0.02135 0.05069 0.02044 0.05093 C 0.01745 0.05162 0.01445 0.05208 0.01159 0.05301 C 0.01029 0.05324 0.00898 0.05347 0.00768 0.05393 C 0.00703 0.05417 0.00625 0.05486 0.00547 0.05486 C 0.00326 0.05486 0.00104 0.05486 -0.00091 0.05486 " pathEditMode="relative" rAng="0" ptsTypes="AAAAAAAAAAAAAAAAAAAAAAAAAAAAAAAAAAAAAA">
                                      <p:cBhvr>
                                        <p:cTn id="182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52" y="19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89 0.32454 L 0.03789 0.32477 C 0.03737 0.31875 0.03672 0.31342 0.0362 0.30764 C 0.03412 0.28009 0.03646 0.29791 0.03412 0.28125 C 0.03477 0.21875 0.03399 0.25231 0.03516 0.21759 C 0.03529 0.21157 0.03529 0.20579 0.03568 0.19977 C 0.03594 0.19722 0.03646 0.19467 0.03685 0.19213 C 0.03724 0.18912 0.03763 0.18611 0.03789 0.1831 C 0.03815 0.18102 0.03802 0.17847 0.03841 0.17639 C 0.03933 0.17153 0.0418 0.1625 0.0418 0.16273 C 0.04193 0.16065 0.04193 0.15856 0.04232 0.15671 C 0.04271 0.15486 0.04349 0.15347 0.04401 0.15185 C 0.04974 0.13356 0.03868 0.1669 0.04727 0.14305 C 0.04792 0.1412 0.04818 0.13889 0.04896 0.13704 C 0.05 0.13472 0.05157 0.13333 0.05287 0.13125 C 0.05912 0.12083 0.05105 0.13217 0.06159 0.11759 C 0.06289 0.11574 0.0642 0.11389 0.0655 0.1125 C 0.07253 0.10509 0.06875 0.10995 0.07383 0.10579 C 0.08373 0.09745 0.07474 0.10347 0.08477 0.09791 C 0.08763 0.09629 0.09024 0.09375 0.0931 0.09305 C 0.0944 0.09259 0.09571 0.09236 0.09701 0.0919 C 0.09844 0.09143 0.09987 0.09051 0.10131 0.09004 C 0.10313 0.08958 0.10508 0.08935 0.1069 0.08912 C 0.1086 0.08866 0.11016 0.08819 0.11185 0.08796 C 0.12188 0.08657 0.12735 0.0868 0.13828 0.08611 C 0.1418 0.08588 0.14532 0.08541 0.14883 0.08518 C 0.15105 0.08495 0.15326 0.08426 0.15547 0.08403 C 0.19571 0.08009 0.16302 0.08379 0.19349 0.08125 C 0.20612 0.08009 0.19883 0.08032 0.20404 0.08032 " pathEditMode="relative" rAng="0" ptsTypes="AAAAAAAAAAAAAAAAAAAAAAAAAAAAA">
                                      <p:cBhvr>
                                        <p:cTn id="188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12" y="-12222"/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8 0.05324 L 0.00208 0.05348 C 0.00182 0.0463 0.0013 0.03079 0.00078 0.02292 C 4.16667E-6 0.0132 -0.00013 0.02107 -0.00052 0.00903 C -0.00066 0.00602 -0.00052 0.00301 -0.00052 -3.33333E-6 " pathEditMode="relative" rAng="0" ptsTypes="AAAAA">
                                      <p:cBhvr>
                                        <p:cTn id="190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-2662"/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 0.05185 L -0.0013 0.05209 L -0.0013 -0.00023 " pathEditMode="relative" rAng="0" ptsTypes="AAA">
                                      <p:cBhvr>
                                        <p:cTn id="192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93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7 0.05162 L -0.00117 0.05185 L -0.00117 -0.00185 " pathEditMode="relative" rAng="0" ptsTypes="AAA">
                                      <p:cBhvr>
                                        <p:cTn id="194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62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0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925 0.07106 L 0.20925 0.07129 C 0.20912 0.13403 0.20912 0.19699 0.2086 0.25995 C 0.2086 0.26111 0.20821 0.26227 0.20795 0.26342 C 0.20716 0.26736 0.20625 0.27106 0.20521 0.275 C 0.20469 0.27801 0.20378 0.28102 0.20326 0.28426 C 0.20326 0.28611 0.20326 0.28819 0.20274 0.29004 C 0.19349 0.33194 0.20078 0.29236 0.19493 0.32592 C 0.1944 0.34028 0.19453 0.3412 0.19297 0.35509 C 0.19128 0.37014 0.19219 0.35856 0.19037 0.37245 C 0.19011 0.37477 0.19024 0.37708 0.18972 0.3794 C 0.18881 0.38287 0.18633 0.38588 0.18516 0.38866 C 0.18021 0.3993 0.18464 0.39398 0.17735 0.40717 C 0.17578 0.40995 0.17409 0.4125 0.17279 0.41528 C 0.17162 0.41759 0.17071 0.41991 0.16953 0.42222 C 0.16849 0.4243 0.16732 0.42592 0.16628 0.42801 C 0.1655 0.4294 0.16498 0.43125 0.16433 0.43264 C 0.16355 0.43426 0.1625 0.43565 0.16172 0.43727 C 0.15782 0.44629 0.16159 0.4456 0.15261 0.45347 C 0.15039 0.45555 0.14831 0.45741 0.1461 0.45926 C 0.14414 0.46088 0.14206 0.46204 0.14024 0.46389 C 0.13399 0.47014 0.13464 0.47222 0.12917 0.4743 C 0.12344 0.47662 0.10808 0.47662 0.1069 0.47662 C 0.103 0.47708 0.09909 0.47754 0.09519 0.47778 L 0.08737 0.48009 C 0.08438 0.48102 0.07826 0.48241 0.07826 0.48264 C 0.07696 0.48333 0.07565 0.48472 0.07435 0.48495 L 0.0405 0.48356 " pathEditMode="relative" rAng="0" ptsTypes="AAAAAAAAAAAAAAAAAAAAAAAAAAAA">
                                      <p:cBhvr>
                                        <p:cTn id="208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38" y="20694"/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7" grpId="1" animBg="1"/>
      <p:bldP spid="87" grpId="2" animBg="1"/>
      <p:bldP spid="87" grpId="3" animBg="1"/>
      <p:bldP spid="87" grpId="4" animBg="1"/>
      <p:bldP spid="87" grpId="5" animBg="1"/>
      <p:bldP spid="87" grpId="6" animBg="1"/>
      <p:bldP spid="87" grpId="7" animBg="1"/>
      <p:bldP spid="87" grpId="8" animBg="1"/>
      <p:bldP spid="87" grpId="9" animBg="1"/>
      <p:bldP spid="88" grpId="0" animBg="1"/>
      <p:bldP spid="88" grpId="1" animBg="1"/>
      <p:bldP spid="88" grpId="2" animBg="1"/>
      <p:bldP spid="88" grpId="3" animBg="1"/>
      <p:bldP spid="88" grpId="4" animBg="1"/>
      <p:bldP spid="88" grpId="5" animBg="1"/>
      <p:bldP spid="88" grpId="6" animBg="1"/>
      <p:bldP spid="88" grpId="7" animBg="1"/>
      <p:bldP spid="88" grpId="8" animBg="1"/>
      <p:bldP spid="88" grpId="9" animBg="1"/>
      <p:bldP spid="89" grpId="0" animBg="1"/>
      <p:bldP spid="89" grpId="1" animBg="1"/>
      <p:bldP spid="89" grpId="2" animBg="1"/>
      <p:bldP spid="89" grpId="3" animBg="1"/>
      <p:bldP spid="89" grpId="4" animBg="1"/>
      <p:bldP spid="89" grpId="5" animBg="1"/>
      <p:bldP spid="89" grpId="6" animBg="1"/>
      <p:bldP spid="89" grpId="7" animBg="1"/>
      <p:bldP spid="89" grpId="8" animBg="1"/>
      <p:bldP spid="89" grpId="9" animBg="1"/>
      <p:bldP spid="112" grpId="0"/>
      <p:bldP spid="112" grpId="1"/>
      <p:bldP spid="112" grpId="2"/>
      <p:bldP spid="114" grpId="0"/>
      <p:bldP spid="114" grpId="3"/>
      <p:bldP spid="114" grpId="4"/>
      <p:bldP spid="115" grpId="0"/>
      <p:bldP spid="115" grpId="1"/>
      <p:bldP spid="115" grpId="2"/>
      <p:bldP spid="115" grpId="3"/>
      <p:bldP spid="116" grpId="0" animBg="1"/>
      <p:bldP spid="116" grpId="1" animBg="1"/>
      <p:bldP spid="116" grpId="2" animBg="1"/>
      <p:bldP spid="116" grpId="3" animBg="1"/>
      <p:bldP spid="116" grpId="4" animBg="1"/>
      <p:bldP spid="116" grpId="5" animBg="1"/>
      <p:bldP spid="116" grpId="6" animBg="1"/>
      <p:bldP spid="116" grpId="7" animBg="1"/>
      <p:bldP spid="116" grpId="8" animBg="1"/>
      <p:bldP spid="116" grpId="9" animBg="1"/>
      <p:bldP spid="116" grpId="10" animBg="1"/>
      <p:bldP spid="121" grpId="0"/>
      <p:bldP spid="121" grpId="1"/>
      <p:bldP spid="121" grpId="2"/>
      <p:bldP spid="121" grpId="3"/>
      <p:bldP spid="121" grpId="4"/>
      <p:bldP spid="121" grpId="5"/>
      <p:bldP spid="122" grpId="0"/>
      <p:bldP spid="122" grpId="1"/>
      <p:bldP spid="122" grpId="2"/>
      <p:bldP spid="122" grpId="3"/>
      <p:bldP spid="122" grpId="4"/>
      <p:bldP spid="123" grpId="0"/>
      <p:bldP spid="123" grpId="1"/>
      <p:bldP spid="123" grpId="2"/>
      <p:bldP spid="124" grpId="0" build="allAtOnce"/>
      <p:bldP spid="127" grpId="0"/>
      <p:bldP spid="127" grpId="1"/>
      <p:bldP spid="127" grpId="2"/>
      <p:bldP spid="128" grpId="0"/>
      <p:bldP spid="128" grpId="1"/>
      <p:bldP spid="129" grpId="0"/>
      <p:bldP spid="129" grpId="1"/>
      <p:bldP spid="129" grpId="2"/>
      <p:bldP spid="129" grpId="3"/>
      <p:bldP spid="129" grpId="4"/>
      <p:bldP spid="129" grpId="5"/>
      <p:bldP spid="129" grpId="6"/>
      <p:bldP spid="129" grpId="8"/>
      <p:bldP spid="129" grpId="9"/>
      <p:bldP spid="129" grpId="10"/>
      <p:bldP spid="129" grpId="11"/>
      <p:bldP spid="129" grpId="12"/>
      <p:bldP spid="129" grpId="13"/>
      <p:bldP spid="129" grpId="14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DE311-D803-FEF4-8AC6-4FBC0DC21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3543"/>
            <a:ext cx="10515600" cy="35934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Thank you for watching.</a:t>
            </a:r>
          </a:p>
        </p:txBody>
      </p:sp>
    </p:spTree>
    <p:extLst>
      <p:ext uri="{BB962C8B-B14F-4D97-AF65-F5344CB8AC3E}">
        <p14:creationId xmlns:p14="http://schemas.microsoft.com/office/powerpoint/2010/main" val="2568638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3993</TotalTime>
  <Words>247</Words>
  <Application>Microsoft Office PowerPoint</Application>
  <PresentationFormat>Widescreen</PresentationFormat>
  <Paragraphs>63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Segoe UI</vt:lpstr>
      <vt:lpstr>Office Theme</vt:lpstr>
      <vt:lpstr>SQL Server sessions involving worker threads’ CPU actual time, different session state types, and the distinction between preemptive and cooperative scheduling.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Fawzy Ismail Abdelhalem (PENTA FACILITIES MANAGEMENT)</dc:creator>
  <cp:lastModifiedBy>Mohamed Fawzy Ismail Abdelhalem (PENTA FACILITIES MANAGEMENT)</cp:lastModifiedBy>
  <cp:revision>19</cp:revision>
  <dcterms:created xsi:type="dcterms:W3CDTF">2026-04-10T19:19:13Z</dcterms:created>
  <dcterms:modified xsi:type="dcterms:W3CDTF">2026-04-16T11:15:20Z</dcterms:modified>
</cp:coreProperties>
</file>