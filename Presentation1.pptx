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 autoAdjust="0"/>
    <p:restoredTop sz="94660"/>
  </p:normalViewPr>
  <p:slideViewPr>
    <p:cSldViewPr snapToGrid="0">
      <p:cViewPr varScale="1">
        <p:scale>
          <a:sx n="88" d="100"/>
          <a:sy n="88" d="100"/>
        </p:scale>
        <p:origin x="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0C5C9-7D89-19E8-361A-94E0C2A4D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222B7-3B12-E6C8-02E3-F8322A9B6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077EB-AC7E-3153-8071-A9A3E97E5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BBE04-F713-DA0D-1ECD-B77B52D8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8BCEA-8040-3CCF-0069-4BE6CD07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0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97FE3-264F-EBF6-D0BE-C8C3BDEE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702FD-38A9-1EA7-F33C-371F695E3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3591-B3C0-C28F-8B2D-C270F7A5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092F-F84C-46EA-150B-E3852B5E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0D848-60AB-6561-D353-EA7840E1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9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0B035-EC0F-BC5A-AFD5-4B124693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DA9B0-6129-5698-31FE-EBF744A61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BAC47-825B-F031-FD50-89B1447F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F613-8B2D-9AEC-97D3-A184DE7C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BCF9D-183F-D2DE-51C7-2CBD2996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4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ADA3-0087-27B1-C99D-8374FEA0F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EE58-DA61-49BB-5328-A7D6D9CEC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D329A-2FE7-C4C3-08C3-F136E9E3B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6F926-CBEC-5F09-BCA1-532240CE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82FCD-6836-D811-D458-4F329464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4A26A-4A6C-8F1D-8C6C-4CA45E377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5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AFC0-FDA5-2001-09DC-03520672F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C9AF3-100E-5312-82DB-712CADFA9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26981-46B6-E3D4-EC3D-95AD2328E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9218B-2EC2-D012-E2D1-A3EBB3717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5C8A6-B4B7-A208-733C-035C2791E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831503-46DF-4531-60D7-06B24030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D226C-5E11-8EB6-841C-B07DC3E6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742BB1-BA66-22F7-766D-49EDC79C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6242F-7C8B-225E-4A80-301AED78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F382B6-7D67-FA94-2700-0C6D556B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ED5AF-59AD-EAB6-FC64-673AF68D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454E7-1C4B-868F-1F72-F69B4640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13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A4DD0-E5C2-1CEF-31C8-D9E0FFE02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18670-BD3C-EA20-3F86-EBDD01C4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701C7-4212-C529-C6C2-7AE3776F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B854-373B-CDDD-65BE-7EBA87AF1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5946-74F4-391E-4344-55D7BE983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0A1EE-CEC0-D094-678D-2546E75BE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DD20C-A413-D33B-035D-58A303CAB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CF7DE-8291-A43C-049E-CA1703AE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7D89B-48ED-63BD-CAD8-0049FCCF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9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1DAA0-45D5-50A0-49D8-642BA5474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CB772E-AECF-2EE5-C6B7-791F854D6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9CCED-8549-BFFF-0957-8237968EF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B18B6-E4C8-7796-0ADD-F642C9F7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F878E-E490-398F-4EE8-4224E24A4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E613A-EB5B-ADCD-78AB-CFADAA63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AD23-FFB2-D6C3-8800-2437B90F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2FFA5-8B1E-4EDC-E214-80A554893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213D5-7CE8-E30A-3133-1B375727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329F-EE06-3DD2-5812-59D5A5EB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4F958-2DA2-FBE6-DD21-8BAFA785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16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049BB-E9C1-3131-CF1D-92C895245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467FD-CD57-E2F5-E1B9-9E8F2C56D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7C061-EE58-F37E-F35A-0D5AE8411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9D6B-F821-51A5-FE2D-7B8A4A79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293C2-8FB1-95A9-0E68-F77CFC0DB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4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C20A1-60EE-9185-25C0-04E0FD5C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A7C97-1892-682E-2715-FDE211D95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B43D6-AA27-207C-0B33-A198F1E5D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CB605-60E9-4F78-AC60-A7BDC7699B9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8FF57-7B4A-1699-0FEF-4919AF0C8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AAF90-41EF-6A3C-7866-A88A1E6BC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AC06A-52B6-4F1B-BC90-961C134AB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5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E70AD-86C9-0658-9C5B-9749ACCD5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17" y="1844302"/>
            <a:ext cx="10515600" cy="342022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SQL Server sessions involving worker threads’ CPU actual time, different session state types, and the distinction between preemptive and cooperative scheduling.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E92A9-6C44-1B7A-186A-8E9625E8A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17" y="6084793"/>
            <a:ext cx="10515600" cy="49081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Developed by Mohamed Fawzy - CSA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6CE08-EBB2-7C62-1584-A24A2915B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63" y="0"/>
            <a:ext cx="2024984" cy="1139053"/>
          </a:xfrm>
          <a:prstGeom prst="rect">
            <a:avLst/>
          </a:prstGeom>
        </p:spPr>
      </p:pic>
      <p:pic>
        <p:nvPicPr>
          <p:cNvPr id="6" name="Picture 5" descr="Introduction to Microsoft SQL Server and its main features">
            <a:extLst>
              <a:ext uri="{FF2B5EF4-FFF2-40B4-BE49-F238E27FC236}">
                <a16:creationId xmlns:a16="http://schemas.microsoft.com/office/drawing/2014/main" id="{2D94BE5F-4BC7-8A5D-2EE2-643072BD1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3" y="1024033"/>
            <a:ext cx="2330823" cy="69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5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Diamond 96">
            <a:extLst>
              <a:ext uri="{FF2B5EF4-FFF2-40B4-BE49-F238E27FC236}">
                <a16:creationId xmlns:a16="http://schemas.microsoft.com/office/drawing/2014/main" id="{A5609C6B-0038-B933-C1B9-1DF5BC981102}"/>
              </a:ext>
            </a:extLst>
          </p:cNvPr>
          <p:cNvSpPr/>
          <p:nvPr/>
        </p:nvSpPr>
        <p:spPr>
          <a:xfrm>
            <a:off x="2425442" y="1234600"/>
            <a:ext cx="1503678" cy="1217261"/>
          </a:xfrm>
          <a:prstGeom prst="diamon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613036-58F1-FEFA-4A26-52289EFEB3E2}"/>
              </a:ext>
            </a:extLst>
          </p:cNvPr>
          <p:cNvSpPr/>
          <p:nvPr/>
        </p:nvSpPr>
        <p:spPr>
          <a:xfrm>
            <a:off x="7796092" y="995681"/>
            <a:ext cx="4023360" cy="118677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FF6E3C-4207-08E6-F9B8-1DB87B894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993" y="1040426"/>
            <a:ext cx="432148" cy="548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8376C2-9A3D-56F5-F956-A487F4BA6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993" y="1611438"/>
            <a:ext cx="432148" cy="5486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C2E3DE-3C92-F4E1-09E6-8200135EF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522" y="1611438"/>
            <a:ext cx="432148" cy="5486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7594E7-172B-B777-BB62-1766D5A1E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522" y="1040426"/>
            <a:ext cx="432148" cy="548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7AC34E-03F0-975D-3A70-C400C4F99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749" y="1611438"/>
            <a:ext cx="432148" cy="5486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F19E31-5EB5-15C7-2E3F-7F567692B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208" y="1611438"/>
            <a:ext cx="432148" cy="5486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F610A8-F420-21CF-D6B3-11A64DC60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497" y="1040426"/>
            <a:ext cx="432148" cy="5486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367118-2F26-201C-F53B-D9F84001F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245" y="1611438"/>
            <a:ext cx="432148" cy="5486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925C34-AA4B-5F23-62BB-09E93B531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245" y="1040426"/>
            <a:ext cx="432148" cy="5486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5776117-CE09-EE9E-C3E6-BAF5E25E2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749" y="1040426"/>
            <a:ext cx="432148" cy="5486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BD2136A-42D8-EE99-7CD5-BDC6BF933239}"/>
              </a:ext>
            </a:extLst>
          </p:cNvPr>
          <p:cNvSpPr txBox="1"/>
          <p:nvPr/>
        </p:nvSpPr>
        <p:spPr>
          <a:xfrm>
            <a:off x="7796092" y="547882"/>
            <a:ext cx="3373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Buffer Pool - Clean Cache</a:t>
            </a:r>
          </a:p>
        </p:txBody>
      </p:sp>
      <p:sp>
        <p:nvSpPr>
          <p:cNvPr id="23" name="Flowchart: Magnetic Disk 22">
            <a:extLst>
              <a:ext uri="{FF2B5EF4-FFF2-40B4-BE49-F238E27FC236}">
                <a16:creationId xmlns:a16="http://schemas.microsoft.com/office/drawing/2014/main" id="{F10BAB8C-DBC0-B03D-963A-7ACDE2E757BA}"/>
              </a:ext>
            </a:extLst>
          </p:cNvPr>
          <p:cNvSpPr/>
          <p:nvPr/>
        </p:nvSpPr>
        <p:spPr>
          <a:xfrm>
            <a:off x="8293029" y="3014136"/>
            <a:ext cx="3312201" cy="3691464"/>
          </a:xfrm>
          <a:prstGeom prst="flowChartMagneticDisk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Alternate Process 27">
            <a:extLst>
              <a:ext uri="{FF2B5EF4-FFF2-40B4-BE49-F238E27FC236}">
                <a16:creationId xmlns:a16="http://schemas.microsoft.com/office/drawing/2014/main" id="{B710FF60-CE3C-2285-72EE-FEDA5EC99B19}"/>
              </a:ext>
            </a:extLst>
          </p:cNvPr>
          <p:cNvSpPr/>
          <p:nvPr/>
        </p:nvSpPr>
        <p:spPr>
          <a:xfrm>
            <a:off x="8370281" y="4307827"/>
            <a:ext cx="3156374" cy="1006465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84BAE4F-4DDE-9E28-5EF2-5656E43ED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462" y="4421434"/>
            <a:ext cx="3093872" cy="83201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5104C77-CDFE-E423-9218-587B0522D189}"/>
              </a:ext>
            </a:extLst>
          </p:cNvPr>
          <p:cNvSpPr txBox="1"/>
          <p:nvPr/>
        </p:nvSpPr>
        <p:spPr>
          <a:xfrm>
            <a:off x="10217237" y="3181765"/>
            <a:ext cx="770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Disk </a:t>
            </a:r>
          </a:p>
          <a:p>
            <a:r>
              <a:rPr lang="en-US" b="1" dirty="0">
                <a:latin typeface="Consolas" panose="020B0609020204030204" pitchFamily="49" charset="0"/>
              </a:rPr>
              <a:t>Data </a:t>
            </a:r>
          </a:p>
          <a:p>
            <a:r>
              <a:rPr lang="en-US" b="1" dirty="0">
                <a:latin typeface="Consolas" panose="020B0609020204030204" pitchFamily="49" charset="0"/>
              </a:rPr>
              <a:t>File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8E24A5E-6865-7951-75AF-6E7FEEF22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433" y="3304862"/>
            <a:ext cx="952633" cy="628738"/>
          </a:xfrm>
          <a:prstGeom prst="rect">
            <a:avLst/>
          </a:prstGeom>
        </p:spPr>
      </p:pic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2875340B-65C8-83C1-1D6F-82FF5CF81188}"/>
              </a:ext>
            </a:extLst>
          </p:cNvPr>
          <p:cNvSpPr/>
          <p:nvPr/>
        </p:nvSpPr>
        <p:spPr>
          <a:xfrm>
            <a:off x="8373669" y="5384468"/>
            <a:ext cx="3156374" cy="910616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E878826-8AC3-A05A-A160-BFB1233C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77" y="5427554"/>
            <a:ext cx="3093872" cy="752779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EFDBF64-4726-D60D-9D31-4A012F969B4D}"/>
              </a:ext>
            </a:extLst>
          </p:cNvPr>
          <p:cNvCxnSpPr>
            <a:cxnSpLocks/>
          </p:cNvCxnSpPr>
          <p:nvPr/>
        </p:nvCxnSpPr>
        <p:spPr>
          <a:xfrm flipV="1">
            <a:off x="10810241" y="2182451"/>
            <a:ext cx="0" cy="93328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3F3CD5F-58BB-FC36-854A-CF9B59752995}"/>
              </a:ext>
            </a:extLst>
          </p:cNvPr>
          <p:cNvSpPr txBox="1"/>
          <p:nvPr/>
        </p:nvSpPr>
        <p:spPr>
          <a:xfrm>
            <a:off x="8992705" y="2365357"/>
            <a:ext cx="1784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Read/Write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C449CC5-C44E-C845-B9E0-1FCA42649E8B}"/>
              </a:ext>
            </a:extLst>
          </p:cNvPr>
          <p:cNvSpPr/>
          <p:nvPr/>
        </p:nvSpPr>
        <p:spPr>
          <a:xfrm>
            <a:off x="5106668" y="4307827"/>
            <a:ext cx="1978663" cy="204817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0DC298-75D6-2B0A-4922-106E3079346C}"/>
              </a:ext>
            </a:extLst>
          </p:cNvPr>
          <p:cNvSpPr txBox="1"/>
          <p:nvPr/>
        </p:nvSpPr>
        <p:spPr>
          <a:xfrm>
            <a:off x="4756557" y="6488668"/>
            <a:ext cx="3425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SUSPEND – Waiting Resource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8ADBC5-B4E8-9722-29DE-94364A9D968F}"/>
              </a:ext>
            </a:extLst>
          </p:cNvPr>
          <p:cNvSpPr txBox="1"/>
          <p:nvPr/>
        </p:nvSpPr>
        <p:spPr>
          <a:xfrm>
            <a:off x="5244515" y="3975477"/>
            <a:ext cx="1558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WAITING LIST</a:t>
            </a:r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3230C7D1-36CA-BE15-1A9C-082586A8D20A}"/>
              </a:ext>
            </a:extLst>
          </p:cNvPr>
          <p:cNvSpPr/>
          <p:nvPr/>
        </p:nvSpPr>
        <p:spPr>
          <a:xfrm>
            <a:off x="83890" y="91643"/>
            <a:ext cx="1166069" cy="67185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SPID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70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03A38BC-CEC0-AE3C-EE0A-3F1CA9815B50}"/>
              </a:ext>
            </a:extLst>
          </p:cNvPr>
          <p:cNvSpPr/>
          <p:nvPr/>
        </p:nvSpPr>
        <p:spPr>
          <a:xfrm>
            <a:off x="5244515" y="4478709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200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01FD52C-6225-F838-8BE0-996CE148E918}"/>
              </a:ext>
            </a:extLst>
          </p:cNvPr>
          <p:cNvSpPr/>
          <p:nvPr/>
        </p:nvSpPr>
        <p:spPr>
          <a:xfrm>
            <a:off x="5167658" y="4844375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123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FD1DA3C-06B0-8EB8-7F7E-3986A867C7B5}"/>
              </a:ext>
            </a:extLst>
          </p:cNvPr>
          <p:cNvSpPr/>
          <p:nvPr/>
        </p:nvSpPr>
        <p:spPr>
          <a:xfrm>
            <a:off x="5802207" y="4771947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609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CD03CF4-0CFF-0527-469A-F8F6E7019F8E}"/>
              </a:ext>
            </a:extLst>
          </p:cNvPr>
          <p:cNvSpPr/>
          <p:nvPr/>
        </p:nvSpPr>
        <p:spPr>
          <a:xfrm>
            <a:off x="5775641" y="4410559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55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E2665F1-BEA9-B9B2-AFDC-708D84FAEF32}"/>
              </a:ext>
            </a:extLst>
          </p:cNvPr>
          <p:cNvSpPr/>
          <p:nvPr/>
        </p:nvSpPr>
        <p:spPr>
          <a:xfrm>
            <a:off x="5186942" y="5230256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432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896747E-6E1C-0A17-FB9D-FFC3F7068F07}"/>
              </a:ext>
            </a:extLst>
          </p:cNvPr>
          <p:cNvSpPr/>
          <p:nvPr/>
        </p:nvSpPr>
        <p:spPr>
          <a:xfrm>
            <a:off x="5157836" y="5637768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904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90B030D-D75C-0C99-2D96-0F6D8C738DFF}"/>
              </a:ext>
            </a:extLst>
          </p:cNvPr>
          <p:cNvSpPr/>
          <p:nvPr/>
        </p:nvSpPr>
        <p:spPr>
          <a:xfrm>
            <a:off x="5741217" y="5148117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345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EC95811-B40F-7D65-E4CE-7E165E688868}"/>
              </a:ext>
            </a:extLst>
          </p:cNvPr>
          <p:cNvSpPr/>
          <p:nvPr/>
        </p:nvSpPr>
        <p:spPr>
          <a:xfrm>
            <a:off x="5663612" y="5485175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589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B1A321F-97A7-C3D8-3F4C-9056E646AD88}"/>
              </a:ext>
            </a:extLst>
          </p:cNvPr>
          <p:cNvSpPr/>
          <p:nvPr/>
        </p:nvSpPr>
        <p:spPr>
          <a:xfrm>
            <a:off x="5345182" y="5984934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324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4531385-9450-A8EE-7C8A-CFB0593CFB83}"/>
              </a:ext>
            </a:extLst>
          </p:cNvPr>
          <p:cNvSpPr/>
          <p:nvPr/>
        </p:nvSpPr>
        <p:spPr>
          <a:xfrm>
            <a:off x="6366114" y="4381426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67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D75CF5E3-525C-9AC6-AAEE-F487FE9AD214}"/>
              </a:ext>
            </a:extLst>
          </p:cNvPr>
          <p:cNvSpPr/>
          <p:nvPr/>
        </p:nvSpPr>
        <p:spPr>
          <a:xfrm>
            <a:off x="6415793" y="4750393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777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4B66A32-3E46-14A5-ED21-30CAB05D6C79}"/>
              </a:ext>
            </a:extLst>
          </p:cNvPr>
          <p:cNvSpPr/>
          <p:nvPr/>
        </p:nvSpPr>
        <p:spPr>
          <a:xfrm>
            <a:off x="6278877" y="5095204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886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BA074E0-7DA7-48F7-47F3-25578EF1C849}"/>
              </a:ext>
            </a:extLst>
          </p:cNvPr>
          <p:cNvSpPr/>
          <p:nvPr/>
        </p:nvSpPr>
        <p:spPr>
          <a:xfrm>
            <a:off x="5893052" y="5873406"/>
            <a:ext cx="496702" cy="33235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198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4AE10CF1-2EE4-4102-E63A-15068B1506B6}"/>
              </a:ext>
            </a:extLst>
          </p:cNvPr>
          <p:cNvSpPr/>
          <p:nvPr/>
        </p:nvSpPr>
        <p:spPr>
          <a:xfrm>
            <a:off x="750810" y="3181765"/>
            <a:ext cx="713007" cy="318432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920D73-BEFE-EA6F-FF0E-0510F8EA15D4}"/>
              </a:ext>
            </a:extLst>
          </p:cNvPr>
          <p:cNvSpPr txBox="1"/>
          <p:nvPr/>
        </p:nvSpPr>
        <p:spPr>
          <a:xfrm>
            <a:off x="45729" y="6417549"/>
            <a:ext cx="3160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RUNNABLE – Signaled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798FFB4-F65F-B6A3-B21F-912FB55E1C90}"/>
              </a:ext>
            </a:extLst>
          </p:cNvPr>
          <p:cNvSpPr/>
          <p:nvPr/>
        </p:nvSpPr>
        <p:spPr>
          <a:xfrm>
            <a:off x="806298" y="3277507"/>
            <a:ext cx="609894" cy="33235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992AB8F-9E33-5510-0FBC-76361BA1C901}"/>
              </a:ext>
            </a:extLst>
          </p:cNvPr>
          <p:cNvSpPr/>
          <p:nvPr/>
        </p:nvSpPr>
        <p:spPr>
          <a:xfrm>
            <a:off x="815370" y="3652286"/>
            <a:ext cx="609894" cy="33235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705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EA69558-6CC9-D53E-BCCD-A64CAED7F171}"/>
              </a:ext>
            </a:extLst>
          </p:cNvPr>
          <p:cNvSpPr/>
          <p:nvPr/>
        </p:nvSpPr>
        <p:spPr>
          <a:xfrm>
            <a:off x="837840" y="4012459"/>
            <a:ext cx="609894" cy="3323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543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D2A3C5E-DA4F-D421-F677-C69A543816D1}"/>
              </a:ext>
            </a:extLst>
          </p:cNvPr>
          <p:cNvSpPr txBox="1"/>
          <p:nvPr/>
        </p:nvSpPr>
        <p:spPr>
          <a:xfrm>
            <a:off x="330633" y="4264209"/>
            <a:ext cx="429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F</a:t>
            </a:r>
          </a:p>
          <a:p>
            <a:r>
              <a:rPr lang="en-US" b="1" dirty="0"/>
              <a:t> I</a:t>
            </a:r>
          </a:p>
          <a:p>
            <a:r>
              <a:rPr lang="en-US" b="1" dirty="0"/>
              <a:t> F</a:t>
            </a:r>
          </a:p>
          <a:p>
            <a:r>
              <a:rPr lang="en-US" b="1" dirty="0"/>
              <a:t>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C4870CB-4333-6836-7D85-8149BFC66F75}"/>
              </a:ext>
            </a:extLst>
          </p:cNvPr>
          <p:cNvSpPr txBox="1"/>
          <p:nvPr/>
        </p:nvSpPr>
        <p:spPr>
          <a:xfrm>
            <a:off x="2597001" y="917214"/>
            <a:ext cx="13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RUNNING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B07CE40-3CA3-B1C9-1343-C80E6A316A5E}"/>
              </a:ext>
            </a:extLst>
          </p:cNvPr>
          <p:cNvSpPr txBox="1"/>
          <p:nvPr/>
        </p:nvSpPr>
        <p:spPr>
          <a:xfrm>
            <a:off x="3871393" y="1529115"/>
            <a:ext cx="1205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CPU Time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0A0CA3B-332C-A579-FDB7-F4144AA2674C}"/>
              </a:ext>
            </a:extLst>
          </p:cNvPr>
          <p:cNvSpPr txBox="1"/>
          <p:nvPr/>
        </p:nvSpPr>
        <p:spPr>
          <a:xfrm>
            <a:off x="548588" y="1667615"/>
            <a:ext cx="20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Quantum =~ 4ms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2F20D58E-4948-AC7B-19E5-0E12B2B3441A}"/>
              </a:ext>
            </a:extLst>
          </p:cNvPr>
          <p:cNvCxnSpPr>
            <a:stCxn id="68" idx="3"/>
          </p:cNvCxnSpPr>
          <p:nvPr/>
        </p:nvCxnSpPr>
        <p:spPr>
          <a:xfrm flipH="1">
            <a:off x="666924" y="763495"/>
            <a:ext cx="1" cy="276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D9EA8D1-FB18-1A13-E712-8678F7968653}"/>
              </a:ext>
            </a:extLst>
          </p:cNvPr>
          <p:cNvSpPr txBox="1"/>
          <p:nvPr/>
        </p:nvSpPr>
        <p:spPr>
          <a:xfrm>
            <a:off x="861284" y="1091891"/>
            <a:ext cx="1205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Worker Thread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469FDAD5-6792-C4EF-1E85-34001E126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823" y="5427554"/>
            <a:ext cx="432148" cy="54864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57EC20AC-6F0A-B0B4-BDD7-22EC619E9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464" y="5428178"/>
            <a:ext cx="432148" cy="548640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BF2DE685-A453-5851-4893-F26BA323520C}"/>
              </a:ext>
            </a:extLst>
          </p:cNvPr>
          <p:cNvSpPr txBox="1"/>
          <p:nvPr/>
        </p:nvSpPr>
        <p:spPr>
          <a:xfrm>
            <a:off x="5891438" y="968781"/>
            <a:ext cx="1881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optimizer generating the execution plan</a:t>
            </a:r>
            <a:endParaRPr lang="en-US" dirty="0">
              <a:effectLst/>
              <a:highlight>
                <a:srgbClr val="FFFF00"/>
              </a:highlight>
            </a:endParaRP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AA65EB41-E45D-0174-DB43-70531756F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717258"/>
              </p:ext>
            </p:extLst>
          </p:nvPr>
        </p:nvGraphicFramePr>
        <p:xfrm>
          <a:off x="1481061" y="210371"/>
          <a:ext cx="4756859" cy="61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768">
                  <a:extLst>
                    <a:ext uri="{9D8B030D-6E8A-4147-A177-3AD203B41FA5}">
                      <a16:colId xmlns:a16="http://schemas.microsoft.com/office/drawing/2014/main" val="1006665599"/>
                    </a:ext>
                  </a:extLst>
                </a:gridCol>
                <a:gridCol w="870973">
                  <a:extLst>
                    <a:ext uri="{9D8B030D-6E8A-4147-A177-3AD203B41FA5}">
                      <a16:colId xmlns:a16="http://schemas.microsoft.com/office/drawing/2014/main" val="2608260990"/>
                    </a:ext>
                  </a:extLst>
                </a:gridCol>
                <a:gridCol w="1329925">
                  <a:extLst>
                    <a:ext uri="{9D8B030D-6E8A-4147-A177-3AD203B41FA5}">
                      <a16:colId xmlns:a16="http://schemas.microsoft.com/office/drawing/2014/main" val="2929393437"/>
                    </a:ext>
                  </a:extLst>
                </a:gridCol>
                <a:gridCol w="2111193">
                  <a:extLst>
                    <a:ext uri="{9D8B030D-6E8A-4147-A177-3AD203B41FA5}">
                      <a16:colId xmlns:a16="http://schemas.microsoft.com/office/drawing/2014/main" val="2137827840"/>
                    </a:ext>
                  </a:extLst>
                </a:gridCol>
              </a:tblGrid>
              <a:tr h="254008">
                <a:tc>
                  <a:txBody>
                    <a:bodyPr/>
                    <a:lstStyle/>
                    <a:p>
                      <a:r>
                        <a:rPr lang="en-US" sz="900" dirty="0" err="1"/>
                        <a:t>spid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Lastwaittype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357746"/>
                  </a:ext>
                </a:extLst>
              </a:tr>
              <a:tr h="254008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Consolas" panose="020B0609020204030204" pitchFamily="49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onsolas" panose="020B0609020204030204" pitchFamily="49" charset="0"/>
                        </a:rPr>
                        <a:t>Select * from person.persons;</a:t>
                      </a:r>
                    </a:p>
                    <a:p>
                      <a:endParaRPr lang="en-US" sz="9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940412"/>
                  </a:ext>
                </a:extLst>
              </a:tr>
            </a:tbl>
          </a:graphicData>
        </a:graphic>
      </p:graphicFrame>
      <p:sp>
        <p:nvSpPr>
          <p:cNvPr id="114" name="TextBox 113">
            <a:extLst>
              <a:ext uri="{FF2B5EF4-FFF2-40B4-BE49-F238E27FC236}">
                <a16:creationId xmlns:a16="http://schemas.microsoft.com/office/drawing/2014/main" id="{3E78A147-78F1-742F-9B01-AF4E50447CD7}"/>
              </a:ext>
            </a:extLst>
          </p:cNvPr>
          <p:cNvSpPr txBox="1"/>
          <p:nvPr/>
        </p:nvSpPr>
        <p:spPr>
          <a:xfrm>
            <a:off x="1917832" y="467518"/>
            <a:ext cx="1015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ighlight>
                  <a:srgbClr val="FFFF00"/>
                </a:highlight>
              </a:rPr>
              <a:t>suspended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0DB68F6-98C9-211D-B015-787807973A60}"/>
              </a:ext>
            </a:extLst>
          </p:cNvPr>
          <p:cNvSpPr txBox="1"/>
          <p:nvPr/>
        </p:nvSpPr>
        <p:spPr>
          <a:xfrm>
            <a:off x="2754037" y="467518"/>
            <a:ext cx="14774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highlight>
                  <a:srgbClr val="FFFF00"/>
                </a:highlight>
              </a:rPr>
              <a:t>sos_scheduler_yield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BF5E2A1-0428-9A8C-5E3E-170B9AAA22C7}"/>
              </a:ext>
            </a:extLst>
          </p:cNvPr>
          <p:cNvSpPr/>
          <p:nvPr/>
        </p:nvSpPr>
        <p:spPr>
          <a:xfrm>
            <a:off x="330632" y="1064215"/>
            <a:ext cx="609895" cy="332350"/>
          </a:xfrm>
          <a:prstGeom prst="ellipse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70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72C582C-8943-3332-7376-FB58ED4801C0}"/>
              </a:ext>
            </a:extLst>
          </p:cNvPr>
          <p:cNvSpPr txBox="1"/>
          <p:nvPr/>
        </p:nvSpPr>
        <p:spPr>
          <a:xfrm>
            <a:off x="1917832" y="467518"/>
            <a:ext cx="1015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ighlight>
                  <a:srgbClr val="FFFF00"/>
                </a:highlight>
              </a:rPr>
              <a:t>runnable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EC183E-3F11-029A-53F1-4A4FD5BB3C6E}"/>
              </a:ext>
            </a:extLst>
          </p:cNvPr>
          <p:cNvSpPr txBox="1"/>
          <p:nvPr/>
        </p:nvSpPr>
        <p:spPr>
          <a:xfrm>
            <a:off x="1917831" y="467518"/>
            <a:ext cx="1015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ighlight>
                  <a:srgbClr val="FFFF00"/>
                </a:highlight>
              </a:rPr>
              <a:t>running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34F964B-A6AE-79A4-2FAC-B787085F21C0}"/>
              </a:ext>
            </a:extLst>
          </p:cNvPr>
          <p:cNvSpPr txBox="1"/>
          <p:nvPr/>
        </p:nvSpPr>
        <p:spPr>
          <a:xfrm>
            <a:off x="2754036" y="467518"/>
            <a:ext cx="14774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highlight>
                  <a:srgbClr val="FFFF00"/>
                </a:highlight>
              </a:rPr>
              <a:t>Pageiolatch</a:t>
            </a:r>
            <a:r>
              <a:rPr lang="en-US" sz="1100" dirty="0">
                <a:highlight>
                  <a:srgbClr val="FFFF00"/>
                </a:highlight>
              </a:rPr>
              <a:t>_*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018BEAA-7AA2-EAB3-232B-FE35FD6355A5}"/>
              </a:ext>
            </a:extLst>
          </p:cNvPr>
          <p:cNvSpPr txBox="1"/>
          <p:nvPr/>
        </p:nvSpPr>
        <p:spPr>
          <a:xfrm>
            <a:off x="2754036" y="460171"/>
            <a:ext cx="14774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highlight>
                  <a:srgbClr val="FFFF00"/>
                </a:highlight>
              </a:rPr>
              <a:t>Pagelatch</a:t>
            </a:r>
            <a:r>
              <a:rPr lang="en-US" sz="1100" dirty="0">
                <a:highlight>
                  <a:srgbClr val="FFFF00"/>
                </a:highlight>
              </a:rPr>
              <a:t>_*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7F6BD88-A4FE-60D7-53FF-355FCAF38C37}"/>
              </a:ext>
            </a:extLst>
          </p:cNvPr>
          <p:cNvSpPr txBox="1"/>
          <p:nvPr/>
        </p:nvSpPr>
        <p:spPr>
          <a:xfrm>
            <a:off x="5706681" y="808404"/>
            <a:ext cx="21622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Access Method searches for the required pages. it is retrieving from disk.</a:t>
            </a:r>
            <a:endParaRPr lang="en-US" dirty="0">
              <a:effectLst/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because it is not in the clean buffer cache.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45A53B9-3341-3EE1-1368-049DED103DA1}"/>
              </a:ext>
            </a:extLst>
          </p:cNvPr>
          <p:cNvSpPr txBox="1"/>
          <p:nvPr/>
        </p:nvSpPr>
        <p:spPr>
          <a:xfrm>
            <a:off x="4873904" y="820351"/>
            <a:ext cx="30711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1- If there is no contention, the latch is granted immediately, the worker enters the RUNNING state, and no wait type is recorded.</a:t>
            </a:r>
            <a:endParaRPr lang="en-US" sz="1200" dirty="0">
              <a:effectLst/>
              <a:highlight>
                <a:srgbClr val="FFFF00"/>
              </a:highlight>
            </a:endParaRPr>
          </a:p>
          <a:p>
            <a:endParaRPr lang="en-US" sz="1200" dirty="0">
              <a:highlight>
                <a:srgbClr val="FFFF00"/>
              </a:highlight>
            </a:endParaRPr>
          </a:p>
          <a:p>
            <a:r>
              <a:rPr lang="en-US" sz="1200" dirty="0">
                <a:highlight>
                  <a:srgbClr val="FFFF00"/>
                </a:highlight>
              </a:rPr>
              <a:t>2- In case of contention (hot page), another worker already holds a PAGELATCH_EX or PAGELATCH_UP. The requesting worker then moves to the SUSPENDED state, with the </a:t>
            </a:r>
            <a:r>
              <a:rPr lang="en-US" sz="1200" dirty="0" err="1">
                <a:highlight>
                  <a:srgbClr val="FFFF00"/>
                </a:highlight>
              </a:rPr>
              <a:t>wait_type</a:t>
            </a:r>
            <a:r>
              <a:rPr lang="en-US" sz="1200" dirty="0">
                <a:highlight>
                  <a:srgbClr val="FFFF00"/>
                </a:highlight>
              </a:rPr>
              <a:t> set to PAGELATCH_SH.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B63E2E6-D517-6754-5778-B1261A497F13}"/>
              </a:ext>
            </a:extLst>
          </p:cNvPr>
          <p:cNvSpPr txBox="1"/>
          <p:nvPr/>
        </p:nvSpPr>
        <p:spPr>
          <a:xfrm>
            <a:off x="1495655" y="5005236"/>
            <a:ext cx="197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Yield voluntarily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9009ED5-AFB4-8D5D-2041-7F228CD82F93}"/>
              </a:ext>
            </a:extLst>
          </p:cNvPr>
          <p:cNvCxnSpPr>
            <a:cxnSpLocks/>
          </p:cNvCxnSpPr>
          <p:nvPr/>
        </p:nvCxnSpPr>
        <p:spPr>
          <a:xfrm>
            <a:off x="8848208" y="2182451"/>
            <a:ext cx="0" cy="100646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1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0093 L 1.25E-6 -0.12176 C 1.25E-6 -0.17662 0.04804 -0.24421 0.08698 -0.24421 L 0.17408 -0.24421 " pathEditMode="fixed" rAng="0" ptsTypes="AAAA">
                                      <p:cBhvr>
                                        <p:cTn id="34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98" y="-1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-0.00023 L 0.00078 -2.96296E-6 C 0.00065 -0.00092 0.00065 -0.00185 0.00052 -0.00231 C 0.00039 -0.00463 0.00013 -0.00694 2.91667E-6 -0.00902 C -0.00026 -0.01088 -0.00026 -0.01273 -0.00026 -0.01435 C -0.00039 -0.01597 -0.00052 -0.01736 -0.00052 -0.01875 C -0.00052 -0.02268 -0.00052 -0.02685 -0.00026 -0.03055 C -0.00026 -0.0324 0.00026 -0.03657 0.00052 -0.03819 C 0.00078 -0.03958 0.00104 -0.04051 0.0013 -0.04166 C 0.0013 -0.04259 0.00143 -0.04352 0.00156 -0.04421 C 0.00156 -0.04514 0.00169 -0.0456 0.00182 -0.04629 C 0.00156 -0.05162 0.00156 -0.04953 0.00156 -0.05254 " pathEditMode="relative" rAng="0" ptsTypes="AAAAAAAAAAAA">
                                      <p:cBhvr>
                                        <p:cTn id="38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616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7.40741E-7 L 2.77556E-17 0.00023 C -0.00013 -0.0007 -0.00013 -0.00162 -0.00026 -0.00208 C -0.00039 -0.0044 -0.00065 -0.00671 -0.00078 -0.0088 C -0.00104 -0.01065 -0.00104 -0.0125 -0.00104 -0.01412 C -0.00117 -0.01574 -0.0013 -0.01713 -0.0013 -0.01852 C -0.0013 -0.02245 -0.0013 -0.02662 -0.00104 -0.03032 C -0.00104 -0.03218 -0.00052 -0.03634 -0.00026 -0.03796 C 2.77556E-17 -0.03935 0.00026 -0.04028 0.00052 -0.04144 C 0.00052 -0.04236 0.00065 -0.04329 0.00078 -0.04398 C 0.00078 -0.04491 0.00091 -0.04537 0.00104 -0.04607 C 0.00078 -0.05139 0.00078 -0.04931 0.00078 -0.05232 " pathEditMode="relative" rAng="0" ptsTypes="AAAAAAAAAAAA">
                                      <p:cBhvr>
                                        <p:cTn id="4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07 L 0.00013 0.21482 C 0.00013 0.31088 0.01107 0.4294 0.01993 0.4294 L 0.03985 0.4294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9" y="2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044 -0.24282 L 0.17044 -0.24259 C 0.1707 -0.24051 0.17109 -0.23796 0.17135 -0.23541 C 0.17148 -0.23333 0.17148 -0.23102 0.17174 -0.22893 C 0.17187 -0.22708 0.17226 -0.22546 0.17252 -0.22361 C 0.17265 -0.22176 0.17278 -0.21967 0.17291 -0.21782 C 0.17304 -0.21597 0.17343 -0.21435 0.17343 -0.2125 C 0.17343 -0.2 0.17317 -0.18727 0.17291 -0.17477 C 0.17291 -0.17268 0.17239 -0.1662 0.17213 -0.16365 C 0.17005 -0.1456 0.17122 -0.15162 0.16875 -0.14143 C 0.16823 -0.13518 0.16796 -0.12893 0.16718 -0.12291 C 0.16575 -0.11342 0.16653 -0.11898 0.1651 -0.10578 C 0.16393 -0.08541 0.16562 -0.1081 0.16341 -0.09189 C 0.16289 -0.08865 0.16289 -0.08541 0.1625 -0.08217 C 0.16211 -0.0787 0.16145 -0.07523 0.16093 -0.07176 C 0.16041 -0.06875 0.16015 -0.06574 0.15963 -0.06296 C 0.15911 -0.06018 0.15846 -0.0574 0.15794 -0.05486 C 0.15729 -0.05139 0.15703 -0.04768 0.15625 -0.04444 C 0.15573 -0.04213 0.15481 -0.04004 0.15416 -0.03773 C 0.15338 -0.03472 0.15299 -0.03171 0.15208 -0.02893 C 0.15052 -0.02291 0.14622 -0.00995 0.14375 -0.00509 C 0.14166 -0.00092 0.13971 0.00324 0.1375 0.00741 C 0.13554 0.01158 0.13307 0.01482 0.13125 0.01945 C 0.12916 0.02477 0.12838 0.02732 0.12591 0.03195 C 0.12395 0.03542 0.122 0.03889 0.12005 0.04236 C 0.11562 0.04977 0.11666 0.04723 0.11302 0.05417 C 0.11184 0.05625 0.1108 0.0588 0.10963 0.06088 C 0.10664 0.06644 0.10351 0.07176 0.10052 0.07709 C 0.09961 0.07871 0.09882 0.08033 0.09791 0.08148 C 0.09648 0.0838 0.09479 0.08565 0.09336 0.0882 C 0.09257 0.08982 0.09179 0.09121 0.09088 0.0926 C 0.08086 0.10811 0.08724 0.09792 0.07929 0.10903 C 0.07643 0.11297 0.07382 0.11736 0.07096 0.12084 C 0.06705 0.12547 0.06198 0.13172 0.05794 0.13496 C 0.05651 0.13611 0.05494 0.1375 0.05338 0.13866 C 0.05169 0.13982 0.04804 0.14213 0.04635 0.14306 C 0.0444 0.14422 0.04244 0.14491 0.04049 0.14607 C 0.03841 0.14723 0.03632 0.14861 0.03424 0.14977 C 0.03333 0.15023 0.03229 0.1507 0.03138 0.15116 C 0.02942 0.15232 0.02825 0.15371 0.0263 0.15417 C 0.02526 0.1544 0.02408 0.15463 0.02304 0.15486 C 0.02213 0.1551 0.02135 0.15533 0.02044 0.15556 C 0.01601 0.1588 0.02096 0.15556 0.01588 0.15787 C 0.0151 0.15834 0.01432 0.1588 0.01341 0.15926 C 0.01289 0.15973 0.01224 0.15973 0.01171 0.16019 C 0.01132 0.16042 0.01093 0.16065 0.01054 0.16088 C 0.00911 0.16111 0.00768 0.16135 0.00638 0.16158 C 0.00325 0.16297 0.00612 0.16158 0.00299 0.16389 C 0.00195 0.16459 -0.00105 0.16574 -0.00157 0.16598 C -0.00365 0.1669 -0.00274 0.16667 -0.00443 0.16667 " pathEditMode="relative" rAng="0" ptsTypes="AAAAAAAAAAAAAAAAAAAAAAAAAAAAAAAAAAAAAAAAAAAAAAAAAA">
                                      <p:cBhvr>
                                        <p:cTn id="5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94" y="2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6 -0.05602 L -0.00196 -0.05578 C -0.003 -0.07731 -0.00417 -0.09583 -0.00404 -0.1169 C -0.00404 -0.1412 -0.00378 -0.16574 -0.00326 -0.19004 C -0.00326 -0.19259 -0.00274 -0.19514 -0.00248 -0.19745 C -0.00196 -0.20069 -0.00144 -0.20393 -0.00078 -0.20717 C 2.91667E-6 -0.21088 0.00182 -0.21713 0.00299 -0.22037 C 0.00403 -0.22338 0.00534 -0.22569 0.00638 -0.2287 C 0.00729 -0.23125 0.00794 -0.23426 0.00885 -0.2368 C 0.01015 -0.24027 0.01172 -0.24352 0.01302 -0.24722 C 0.01354 -0.24861 0.01367 -0.25023 0.01419 -0.25162 C 0.01484 -0.25324 0.01771 -0.25972 0.01927 -0.26203 C 0.02005 -0.26296 0.02096 -0.26389 0.02174 -0.26481 C 0.02226 -0.26551 0.02252 -0.26666 0.02304 -0.26713 C 0.02422 -0.26828 0.02552 -0.26898 0.02669 -0.27014 C 0.02838 -0.27152 0.02995 -0.27338 0.03177 -0.27453 C 0.03515 -0.27662 0.04179 -0.28055 0.04635 -0.28194 C 0.04817 -0.2824 0.05 -0.28287 0.05169 -0.28333 C 0.05989 -0.28611 0.05039 -0.28426 0.06172 -0.28565 L 0.07304 -0.28703 C 0.08034 -0.28912 0.0862 -0.29074 0.09427 -0.29236 C 0.09687 -0.29282 0.09948 -0.29305 0.10221 -0.29375 C 0.10429 -0.29421 0.10625 -0.29537 0.10846 -0.29606 C 0.10937 -0.29629 0.11953 -0.29745 0.12005 -0.29745 L 0.14218 -0.29606 C 0.14414 -0.29583 0.14609 -0.29514 0.14804 -0.29514 C 0.1513 -0.29514 0.15468 -0.29583 0.15794 -0.29606 C 0.16588 -0.29815 0.16159 -0.29745 0.17096 -0.29745 " pathEditMode="relative" rAng="0" ptsTypes="AAAAAAAAAAAAAAAAAAAAAAAAAAAA">
                                      <p:cBhvr>
                                        <p:cTn id="64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29" y="-1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-0.05232 L 0.00078 -0.05208 C 0.00104 -0.05602 0.0013 -0.05972 0.00156 -0.06343 C 0.00169 -0.06574 0.00208 -0.06806 0.00208 -0.07014 C 0.00208 -0.08171 0.00182 -0.09352 0.00156 -0.10509 C 0.00156 -0.10602 0.0013 -0.10695 0.00117 -0.10787 " pathEditMode="relative" rAng="0" ptsTypes="AAAAAA">
                                      <p:cBhvr>
                                        <p:cTn id="6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2778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85 0.4294 L 0.03985 0.42963 C 0.03972 0.42801 0.03776 0.40787 0.03776 0.40185 C 0.03776 0.39722 0.03776 0.39259 0.03815 0.38773 C 0.03828 0.38657 0.03855 0.38519 0.03894 0.38403 C 0.04076 0.3794 0.04063 0.38287 0.04063 0.38056 " pathEditMode="relative" rAng="0" ptsTypes="AAAAAA">
                                      <p:cBhvr>
                                        <p:cTn id="70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2431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2 0.16667 L -0.00092 0.1669 C -0.00092 0.15093 -0.00079 0.13542 -0.00066 0.11991 C -0.00013 0.08426 -0.00026 0.14885 -0.00026 0.1088 " pathEditMode="relative" rAng="0" ptsTypes="AAAA">
                                      <p:cBhvr>
                                        <p:cTn id="72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552 -0.29305 L 0.17552 -0.29282 C 0.17851 -0.27777 0.18164 -0.2625 0.18463 -0.24722 C 0.18593 -0.24027 0.18737 -0.23356 0.18841 -0.22639 C 0.18984 -0.21597 0.19218 -0.20555 0.19297 -0.19467 L 0.19427 -0.17824 C 0.19492 -0.15578 0.19518 -0.15578 0.19336 -0.125 C 0.1931 -0.12129 0.19231 -0.11759 0.19166 -0.11389 C 0.18958 -0.10231 0.1901 -0.10671 0.1875 -0.09676 C 0.1858 -0.09004 0.18463 -0.08264 0.18255 -0.07615 L 0.1763 -0.05602 C 0.17252 -0.04421 0.17005 -0.03426 0.16458 -0.02268 C 0.16315 -0.01967 0.16172 -0.0162 0.16002 -0.01319 C 0.15521 -0.00393 0.1483 0.00718 0.14297 0.01505 C 0.13606 0.02477 0.12955 0.03565 0.12174 0.04306 C 0.11836 0.0463 0.11497 0.04931 0.11172 0.05278 C 0.10156 0.06366 0.10534 0.06181 0.09596 0.0706 C 0.0931 0.07315 0.0901 0.07547 0.08711 0.07801 C 0.08502 0.07986 0.08307 0.08195 0.08086 0.0838 C 0.0789 0.08565 0.07682 0.0875 0.07461 0.08912 C 0.07135 0.09144 0.06784 0.09283 0.06471 0.09584 C 0.05599 0.10348 0.06198 0.09885 0.05429 0.10324 C 0.0526 0.10394 0.05091 0.10533 0.04922 0.10602 C 0.04596 0.10741 0.04258 0.10787 0.03919 0.10903 C 0.03346 0.11111 0.03476 0.11088 0.02721 0.11204 C 0.01888 0.1132 0.00768 0.1132 0.00052 0.11343 L -0.00235 0.11435 " pathEditMode="relative" rAng="0" ptsTypes="AAAAAAAAAAAAAAAAAAAAAAAAAAA">
                                      <p:cBhvr>
                                        <p:cTn id="78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43" y="20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-0.10741 L 0.00221 -0.10718 C -0.00091 -0.17014 0.00234 -0.11273 -0.00195 -0.16968 C -0.00312 -0.18565 -0.00326 -0.19282 -0.00404 -0.2081 C -0.0043 -0.21296 -0.00456 -0.21759 -0.00482 -0.22222 C -0.00469 -0.23148 -0.00482 -0.24051 -0.00443 -0.24977 C -0.00443 -0.25232 -0.00404 -0.25509 -0.00365 -0.25787 C -0.00326 -0.26042 -0.00286 -0.26273 -0.00234 -0.26528 C -0.0013 -0.27037 -0.00026 -0.27477 0.0013 -0.27917 C 0.0026 -0.28264 0.00326 -0.28704 0.00508 -0.28889 C 0.00612 -0.28982 0.00703 -0.29074 0.00807 -0.2919 C 0.01146 -0.29583 0.01198 -0.29792 0.01641 -0.30139 C 0.01862 -0.30347 0.02109 -0.30417 0.02344 -0.30602 C 0.02826 -0.30949 0.03294 -0.3132 0.03763 -0.31713 C 0.04896 -0.32639 0.03776 -0.31829 0.05013 -0.32732 C 0.05195 -0.3287 0.05378 -0.32963 0.05547 -0.33102 C 0.05677 -0.33218 0.05794 -0.3338 0.05924 -0.33472 C 0.0612 -0.33611 0.06758 -0.33912 0.06966 -0.34005 C 0.07357 -0.34144 0.08477 -0.34445 0.08763 -0.34514 C 0.09115 -0.34607 0.09479 -0.34699 0.09844 -0.34745 C 0.11589 -0.34954 0.1388 -0.34931 0.15508 -0.34954 C 0.16536 -0.35046 0.16094 -0.35023 0.16849 -0.35023 " pathEditMode="relative" rAng="0" ptsTypes="AAAAAAAAAAAAAAAAAAAAAA">
                                      <p:cBhvr>
                                        <p:cTn id="86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56" y="-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63 0.37708 L 0.04063 0.37732 C 0.03763 0.34468 0.03841 0.36181 0.03841 0.32593 " pathEditMode="relative" rAng="0" ptsTypes="AAA">
                                      <p:cBhvr>
                                        <p:cTn id="90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2546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10671 L 0.00078 0.10741 C 0.00052 0.10232 0.00013 0.09838 -0.00013 0.09421 C -0.00039 0.09236 -0.00105 0.09051 -0.00105 0.0882 C -0.00157 0.08472 -0.00183 0.08102 -0.00183 0.07755 C -0.00157 0.06667 -0.00313 0.06227 0.00078 0.0544 C 0.00078 0.05394 0.0013 0.05394 0.00182 0.05371 " pathEditMode="relative" rAng="0" ptsTypes="AAAAAAA">
                                      <p:cBhvr>
                                        <p:cTn id="92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2616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10301 L -0.00052 0.10324 C -0.00052 0.08588 -0.00026 0.06875 -0.00013 0.05185 " pathEditMode="relative" rAng="0" ptsTypes="AAA">
                                      <p:cBhvr>
                                        <p:cTn id="94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422 -0.34954 L 0.17422 -0.34931 C 0.17578 -0.3419 0.17747 -0.33449 0.17878 -0.32662 C 0.18112 -0.31366 0.18203 -0.30185 0.18346 -0.2882 C 0.1849 -0.25556 0.18503 -0.26366 0.18216 -0.21482 C 0.18151 -0.20324 0.17747 -0.18449 0.17552 -0.17477 C 0.1694 -0.14421 0.17201 -0.15926 0.16302 -0.12014 C 0.16159 -0.11412 0.16081 -0.10787 0.15924 -0.10232 C 0.14518 -0.05 0.16146 -0.10926 0.15052 -0.07199 C 0.14505 -0.05324 0.14284 -0.04028 0.13464 -0.02523 C 0.13073 -0.01806 0.12734 -0.01019 0.12305 -0.0037 C 0.1168 0.00532 0.11003 0.01343 0.1043 0.02361 C 0.10352 0.02477 0.10286 0.02616 0.10221 0.02731 C 0.09844 0.0331 0.09531 0.0375 0.09128 0.04213 C 0.08919 0.04468 0.08698 0.04768 0.08464 0.04954 C 0.07474 0.05787 0.06172 0.06366 0.0513 0.06597 C 0.04896 0.06643 0.04661 0.06667 0.04427 0.06736 C 0.04089 0.06829 0.03763 0.06944 0.03424 0.07037 C 0.02305 0.07268 0.02005 0.07268 0.00924 0.07338 C 0.00872 0.07315 0.0043 0.07268 0.00299 0.07176 C 0.00234 0.0713 -0.00026 0.06736 -0.00039 0.06736 C -0.00078 0.0669 -0.00117 0.06643 -0.00156 0.06597 C -0.00482 0.06111 -0.00104 0.06574 -0.00404 0.06227 " pathEditMode="relative" rAng="0" ptsTypes="AAAAAAAAAAAAAAAAAAAAAAA">
                                      <p:cBhvr>
                                        <p:cTn id="10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11" y="21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89 0.32129 L 0.03789 0.32129 C 0.03763 0.31018 0.03737 0.29884 0.03711 0.28796 C 0.03698 0.28495 0.03672 0.28194 0.03659 0.27893 C 0.03646 0.27523 0.03646 0.27153 0.0362 0.26782 C 0.03594 0.26273 0.03568 0.25741 0.03542 0.25231 C 0.03516 0.24629 0.03464 0.23449 0.03464 0.23449 C 0.03477 0.21528 0.03477 0.19606 0.03503 0.17685 C 0.03503 0.175 0.03516 0.17315 0.03542 0.17153 C 0.03581 0.16875 0.03607 0.16597 0.03659 0.16342 C 0.03959 0.15162 0.04076 0.15116 0.04493 0.1412 C 0.04584 0.13912 0.04649 0.13657 0.04753 0.13449 C 0.04909 0.13079 0.05157 0.12754 0.05378 0.125 C 0.05508 0.12338 0.05651 0.12199 0.05795 0.12037 C 0.05834 0.11991 0.05873 0.11921 0.05912 0.11898 C 0.06055 0.11805 0.06198 0.11759 0.06328 0.11666 C 0.06485 0.11574 0.06641 0.11435 0.06784 0.11296 C 0.06888 0.11204 0.0698 0.11088 0.07084 0.11018 C 0.07201 0.10926 0.07331 0.10903 0.07461 0.10856 C 0.07565 0.10764 0.0767 0.10648 0.07787 0.10555 C 0.07878 0.10509 0.08841 0.09977 0.08998 0.09907 C 0.09115 0.09815 0.09245 0.09745 0.09375 0.09676 C 0.09519 0.09583 0.09675 0.09421 0.09831 0.09375 C 0.11068 0.08958 0.09935 0.09305 0.11081 0.09074 C 0.1168 0.08958 0.12266 0.0875 0.12865 0.08704 L 0.15703 0.08565 C 0.16797 0.08403 0.15782 0.08541 0.17578 0.08426 C 0.17852 0.08403 0.18125 0.08356 0.18412 0.08333 C 0.18516 0.0831 0.18633 0.08287 0.18737 0.08264 C 0.18815 0.08241 0.18881 0.08217 0.18946 0.08194 C 0.19102 0.08148 0.19258 0.08125 0.19401 0.08125 C 0.20274 0.08032 0.20261 0.08055 0.20912 0.08055 " pathEditMode="relative" ptsTypes="AAAAAAAAAAAAAAAAAAAAAAAAAAAAAAAA">
                                      <p:cBhvr>
                                        <p:cTn id="108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5023 L 0.00156 0.05047 C -0.00287 0.01551 -0.0017 0.03172 -0.0017 0.00209 " pathEditMode="relative" rAng="0" ptsTypes="AAA">
                                      <p:cBhvr>
                                        <p:cTn id="120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" y="-2407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.05208 L 2.5E-6 0.05231 C 0.00052 0.03333 0.00065 0.03588 2.5E-6 0.01366 C -0.00013 0.00717 -0.00039 0.01273 -0.00065 0.00694 C -0.00078 0.00532 -0.00065 0.0037 -0.00065 0.00208 " pathEditMode="relative" rAng="0" ptsTypes="AAAAA">
                                      <p:cBhvr>
                                        <p:cTn id="12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2500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5532 L -0.00039 0.05555 C -0.00026 0.04838 2.77556E-17 0.04167 -0.00013 0.03495 C -0.00013 0.02616 -0.00065 0.01759 -0.00078 0.00903 C -0.00091 0.00579 -0.00078 0.00278 -0.00078 -0.00023 " pathEditMode="relative" rAng="0" ptsTypes="AAAAA">
                                      <p:cBhvr>
                                        <p:cTn id="124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42 0.08356 L 0.2142 0.08356 C 0.21602 0.0868 0.21784 0.08981 0.21966 0.09329 C 0.22045 0.09467 0.22097 0.09653 0.22175 0.09815 C 0.22227 0.09954 0.22318 0.10046 0.2237 0.10185 C 0.22448 0.10324 0.225 0.10509 0.22578 0.10671 C 0.22761 0.11018 0.22956 0.11319 0.23138 0.11643 C 0.23203 0.11759 0.23282 0.11875 0.23334 0.12014 C 0.23503 0.12384 0.23633 0.12778 0.23815 0.13125 C 0.2405 0.13518 0.2431 0.13889 0.24506 0.14329 C 0.24584 0.14514 0.24636 0.14676 0.24714 0.14838 C 0.2487 0.15139 0.25052 0.1537 0.25196 0.15694 C 0.25287 0.15879 0.25365 0.16111 0.25469 0.16296 C 0.25573 0.16481 0.25716 0.16597 0.25821 0.16782 C 0.25899 0.16921 0.25951 0.17129 0.26029 0.17268 C 0.26159 0.17523 0.26302 0.17754 0.26433 0.18009 C 0.26563 0.18241 0.26654 0.18518 0.26784 0.1875 C 0.26953 0.19074 0.27149 0.19398 0.27331 0.19722 L 0.27813 0.20579 C 0.27995 0.20903 0.28138 0.21319 0.2836 0.21551 C 0.2905 0.22291 0.28412 0.21574 0.29388 0.23032 C 0.29597 0.23333 0.29818 0.23588 0.30013 0.23889 C 0.30183 0.24143 0.30326 0.24467 0.30495 0.24745 C 0.30925 0.2537 0.31368 0.25972 0.31797 0.26574 C 0.32006 0.26852 0.3224 0.27106 0.32422 0.2743 C 0.34128 0.30463 0.3224 0.27222 0.33659 0.29398 C 0.33802 0.29606 0.3392 0.29907 0.34076 0.30116 C 0.34245 0.30393 0.34453 0.30602 0.34623 0.30856 C 0.34766 0.31088 0.34883 0.31366 0.35039 0.31597 C 0.35144 0.31736 0.35274 0.31805 0.35378 0.31967 C 0.35651 0.32384 0.35847 0.3294 0.36133 0.3331 L 0.3737 0.34884 C 0.37565 0.35139 0.37748 0.3537 0.3793 0.35625 C 0.38295 0.36204 0.38685 0.36736 0.39024 0.37338 C 0.39167 0.37592 0.39297 0.37847 0.3944 0.38079 C 0.39571 0.38287 0.39714 0.38472 0.39857 0.3868 C 0.39974 0.38889 0.40078 0.39097 0.40196 0.39305 C 0.40352 0.3956 0.40521 0.39768 0.40677 0.40023 C 0.40795 0.40231 0.40899 0.40463 0.41016 0.40648 C 0.41341 0.41157 0.41368 0.41041 0.41641 0.4162 C 0.4181 0.41967 0.41953 0.42384 0.42123 0.42731 C 0.43295 0.45139 0.41745 0.41805 0.43021 0.44074 C 0.43386 0.44722 0.43737 0.45416 0.4405 0.46157 C 0.44701 0.47708 0.43685 0.45254 0.44532 0.47384 C 0.44662 0.47708 0.44818 0.48009 0.44948 0.48356 C 0.45026 0.48588 0.45078 0.48842 0.45144 0.49097 C 0.45209 0.49305 0.45287 0.49491 0.45352 0.49699 C 0.45808 0.50903 0.4569 0.50347 0.46107 0.51898 C 0.46263 0.52454 0.46355 0.53079 0.46524 0.53611 C 0.47813 0.57708 0.46511 0.52708 0.47357 0.56065 C 0.4737 0.56273 0.4737 0.56481 0.47422 0.56666 C 0.47552 0.57176 0.47904 0.58148 0.47904 0.58148 C 0.4819 0.60162 0.47891 0.58125 0.48177 0.59977 C 0.48203 0.60139 0.48216 0.60301 0.48243 0.60463 C 0.48282 0.60671 0.48347 0.60856 0.48386 0.61088 C 0.48581 0.62268 0.48308 0.61157 0.48594 0.62176 C 0.48607 0.6243 0.48633 0.62662 0.48659 0.62916 C 0.48698 0.63241 0.48802 0.63565 0.48802 0.63889 L 0.48802 0.6537 " pathEditMode="relative" ptsTypes="AAAAAAAAAAAAAAAAAAAAAAAAAAAAAAAAAAAAAAAAAAAAAAAAAAAAAAAAAAA">
                                      <p:cBhvr>
                                        <p:cTn id="128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4 0.00648 L -0.00274 0.00648 C 0.00729 -0.04467 0.01276 -0.06782 0.01992 -0.11342 C 0.02148 -0.12315 0.02279 -0.1331 0.02409 -0.14282 C 0.02643 -0.16204 0.02773 -0.18148 0.03099 -0.20046 C 0.03385 -0.21782 0.03763 -0.23495 0.03984 -0.25301 C 0.04245 -0.27338 0.04427 -0.29398 0.0474 -0.31412 C 0.04948 -0.32708 0.05195 -0.34004 0.05365 -0.35324 C 0.05872 -0.39259 0.05651 -0.40023 0.0612 -0.44491 C 0.06484 -0.47963 0.06185 -0.44954 0.06458 -0.48287 C 0.06901 -0.53542 0.06471 -0.48009 0.0681 -0.52454 C 0.06862 -0.54143 0.06953 -0.56342 0.06953 -0.57963 C 0.06953 -0.59329 0.06914 -0.60717 0.06875 -0.62106 C 0.06875 -0.62268 0.06862 -0.62454 0.0681 -0.62592 C 0.06758 -0.62754 0.06667 -0.62847 0.06601 -0.62963 C 0.06523 -0.63125 0.06458 -0.63287 0.06393 -0.63449 L 0.06328 -0.63935 " pathEditMode="relative" ptsTypes="AAAAAAAAAAAAAAAAA">
                                      <p:cBhvr>
                                        <p:cTn id="144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802 0.6537 L 0.48802 0.65416 C 0.48528 0.65208 0.4832 0.65092 0.48073 0.64907 C 0.47994 0.64815 0.47929 0.64722 0.47851 0.64699 C 0.47695 0.64583 0.47448 0.64583 0.47291 0.64514 C 0.4707 0.64398 0.46875 0.64213 0.46666 0.6412 C 0.4625 0.63912 0.45364 0.63426 0.44895 0.63333 C 0.44544 0.63241 0.44166 0.63264 0.43815 0.63241 C 0.43619 0.63171 0.43424 0.63079 0.43229 0.63055 C 0.42578 0.6294 0.42278 0.63009 0.41692 0.6287 C 0.41119 0.62685 0.41263 0.62662 0.40755 0.62477 C 0.40312 0.62268 0.39882 0.62129 0.3944 0.61991 C 0.39257 0.61921 0.39075 0.61875 0.38893 0.61782 L 0.38476 0.61597 C 0.3832 0.61528 0.38151 0.61481 0.38007 0.61412 C 0.37825 0.61296 0.37656 0.6118 0.37487 0.61111 C 0.37096 0.60926 0.36718 0.60741 0.36341 0.60625 C 0.36054 0.60532 0.35794 0.60463 0.3552 0.60347 C 0.35195 0.60185 0.34895 0.6 0.34583 0.59861 C 0.34375 0.59722 0.34153 0.59653 0.33945 0.5956 C 0.33658 0.59375 0.33372 0.59097 0.33073 0.58981 C 0.32265 0.58588 0.31432 0.58426 0.30638 0.58009 C 0.29023 0.57129 0.3095 0.58125 0.28776 0.57222 C 0.28437 0.57083 0.28112 0.56852 0.27786 0.56759 C 0.27448 0.5662 0.27122 0.5662 0.26796 0.56551 C 0.26419 0.56435 0.2608 0.56296 0.25716 0.56157 C 0.25195 0.55995 0.24661 0.55879 0.24153 0.55671 C 0.22955 0.55231 0.23099 0.55116 0.22135 0.54815 C 0.21614 0.54606 0.2108 0.54491 0.20559 0.54329 C 0.20078 0.54143 0.19609 0.53912 0.19127 0.5375 C 0.16901 0.52963 0.18632 0.53773 0.16484 0.5287 C 0.15599 0.525 0.14023 0.51597 0.1332 0.51504 L 0.12643 0.51412 C 0.12461 0.51342 0.12291 0.51273 0.12122 0.51227 C 0.11198 0.50949 0.10273 0.50856 0.09375 0.50741 C 0.0914 0.50694 0.08919 0.50694 0.08698 0.50648 L 0.0776 0.5044 C 0.07617 0.5037 0.07474 0.50301 0.07343 0.50254 C 0.07213 0.50208 0.07096 0.50231 0.06992 0.50162 C 0.06875 0.50069 0.06783 0.4993 0.06679 0.49861 C 0.05872 0.49282 0.06276 0.49629 0.05533 0.49282 C 0.05351 0.4919 0.05182 0.49051 0.05013 0.48981 C 0.04921 0.48935 0.0483 0.48912 0.04752 0.48889 C 0.04427 0.4875 0.04388 0.48657 0.04075 0.48611 C 0.03984 0.48588 0.03893 0.48611 0.03828 0.48611 " pathEditMode="relative" rAng="0" ptsTypes="AAAAAAAAAAAAAAAAAAAAAAAAAAAAAAAAAAAAAAAAAAAAA">
                                      <p:cBhvr>
                                        <p:cTn id="148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487" y="-838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-0.00324 L 0.00195 -0.00324 C 0.00078 -0.00902 -0.00079 -0.01458 -0.00157 -0.0206 C -0.00222 -0.025 -0.00222 -0.02963 -0.00222 -0.03426 C -0.00222 -0.05393 -0.00248 -0.07384 -0.00157 -0.09352 C -0.00131 -0.09953 0.00052 -0.10486 0.00117 -0.11088 C 0.00182 -0.11597 0.00208 -0.12152 0.0026 -0.12685 C 0.00273 -0.13032 0.00364 -0.15694 0.00403 -0.16134 C 0.00429 -0.16551 0.0052 -0.16852 0.00612 -0.17245 C 0.00729 -0.17847 0.00755 -0.18194 0.0095 -0.18727 C 0.01002 -0.18889 0.01106 -0.18958 0.01158 -0.19097 C 0.0125 -0.19305 0.01276 -0.19537 0.01367 -0.19722 C 0.01562 -0.20115 0.01992 -0.2037 0.022 -0.20578 C 0.02317 -0.20717 0.02434 -0.20856 0.02552 -0.20949 C 0.02786 -0.21157 0.03033 -0.2118 0.03242 -0.21458 C 0.04479 -0.23102 0.02174 -0.20509 0.04075 -0.22314 C 0.04257 -0.22477 0.04401 -0.22754 0.0457 -0.22939 C 0.04726 -0.23125 0.04895 -0.23264 0.05052 -0.23426 C 0.05481 -0.23889 0.05455 -0.24027 0.0595 -0.24282 C 0.06406 -0.24537 0.06809 -0.24606 0.07278 -0.24652 C 0.08528 -0.24838 0.09179 -0.24907 0.10325 -0.25023 L 0.12487 -0.24907 C 0.12695 -0.24884 0.12903 -0.24838 0.13112 -0.24791 C 0.13463 -0.24699 0.13658 -0.24652 0.1401 -0.24537 C 0.14127 -0.24467 0.14231 -0.24352 0.14362 -0.24282 C 0.14544 -0.24189 0.14726 -0.2412 0.14908 -0.24051 C 0.15729 -0.2368 0.15091 -0.23912 0.16849 -0.23912 " pathEditMode="relative" ptsTypes="AAAAAAAAAAAAAAAAAAAAAAAAAAA">
                                      <p:cBhvr>
                                        <p:cTn id="15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3.33333E-6 0.00023 C -0.00026 -0.00463 -0.00039 -0.00926 -0.00078 -0.01366 C -0.0017 -0.02778 -0.0017 -0.01505 -0.00209 -0.03588 C -0.00222 -0.04375 -0.00209 -0.05163 -0.00209 -0.05926 " pathEditMode="relative" rAng="0" ptsTypes="AAAAA">
                                      <p:cBhvr>
                                        <p:cTn id="160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2963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7.40741E-7 L 2.77556E-17 0.00023 C -0.00091 -0.0213 -0.00052 -0.0081 -0.00104 -0.0375 C -0.00143 -0.05116 -0.0013 -0.04537 -0.0013 -0.0537 " pathEditMode="relative" rAng="0" ptsTypes="AAAA">
                                      <p:cBhvr>
                                        <p:cTn id="162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2685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72 0.48356 L 0.03972 0.48379 L 0.03972 0.43032 " pathEditMode="relative" rAng="0" ptsTypes="AAA">
                                      <p:cBhvr>
                                        <p:cTn id="164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33 -0.23634 L 0.1733 -0.23634 C 0.17226 -0.19074 0.17213 -0.1449 0.17044 -0.09907 C 0.17018 -0.09097 0.16809 -0.08333 0.16718 -0.07546 C 0.16588 -0.06527 0.16484 -0.05509 0.1638 -0.0449 C 0.16367 -0.04097 0.16354 -0.03703 0.16328 -0.0331 C 0.16263 -0.0243 0.16145 -0.01597 0.16106 -0.0074 C 0.16054 0.00093 0.16093 0.00926 0.16041 0.01736 C 0.16028 0.02107 0.15664 0.04861 0.15599 0.05301 C 0.15442 0.0632 0.15403 0.07431 0.15104 0.08357 C 0.15026 0.08588 0.14948 0.0882 0.14882 0.09051 C 0.14817 0.09283 0.14778 0.09514 0.14713 0.09746 C 0.14479 0.10463 0.13906 0.11736 0.13658 0.12199 C 0.12682 0.14074 0.1302 0.13195 0.12161 0.14584 C 0.11315 0.15926 0.10703 0.17315 0.09661 0.18241 C 0.09505 0.18357 0.09362 0.18542 0.09205 0.18635 C 0.08645 0.18959 0.08086 0.19445 0.07487 0.19514 L 0.0677 0.19607 C 0.06419 0.19676 0.06067 0.19792 0.05716 0.19815 L 0.04544 0.19908 C 0.03424 0.20162 0.03919 0.20116 0.01875 0.19607 C 0.01744 0.19584 0.01536 0.19236 0.01432 0.19121 C 0.01041 0.18658 0.01276 0.19005 0.00989 0.18635 C 0.00911 0.18542 0.00846 0.18403 0.00768 0.18334 C 0.0069 0.18264 0.00612 0.18264 0.00546 0.18241 C 0.00169 0.17778 0.00299 0.1801 0.00104 0.17639 " pathEditMode="relative" ptsTypes="AAAAAAAAAAAAAAAAAAAAAAAAAA">
                                      <p:cBhvr>
                                        <p:cTn id="170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4 -0.05787 L -0.00144 -0.05787 C -0.00274 -0.06921 -0.00456 -0.08032 -0.00534 -0.09166 C -0.00599 -0.10139 -0.00599 -0.11134 -0.00586 -0.12129 C -0.00573 -0.14791 -0.00534 -0.17453 -0.00482 -0.20139 C -0.00469 -0.20416 -0.00443 -0.20717 -0.00417 -0.21018 C -0.00378 -0.21782 -0.00378 -0.21967 -0.00196 -0.22708 C -0.00144 -0.2294 -0.00052 -0.23148 0.00026 -0.23379 C 0.00039 -0.23518 0.00026 -0.2368 0.00078 -0.23796 C 0.00143 -0.23935 0.00273 -0.23958 0.00351 -0.24074 C 0.00468 -0.24236 0.00586 -0.24398 0.0069 -0.24583 C 0.00794 -0.24768 0.00859 -0.25 0.00963 -0.25162 C 0.0108 -0.2537 0.01237 -0.25486 0.01354 -0.25671 C 0.01497 -0.25879 0.01627 -0.26111 0.01745 -0.26365 C 0.01992 -0.26875 0.01966 -0.2706 0.02239 -0.27453 C 0.0233 -0.27569 0.02435 -0.27639 0.02526 -0.27731 C 0.0289 -0.28171 0.03112 -0.28588 0.0358 -0.28819 C 0.03711 -0.28889 0.03841 -0.28958 0.03971 -0.29027 C 0.04218 -0.2912 0.04961 -0.29375 0.05182 -0.29421 C 0.05429 -0.29467 0.05664 -0.2949 0.05911 -0.29514 L 0.08854 -0.29421 C 0.11041 -0.29305 0.10468 -0.29421 0.11797 -0.29027 C 0.1263 -0.2912 0.13476 -0.2912 0.14297 -0.29328 C 0.14466 -0.29352 0.14583 -0.29606 0.14739 -0.29722 C 0.1483 -0.29768 0.14922 -0.29815 0.15026 -0.29815 C 0.15508 -0.29838 0.15989 -0.29815 0.16458 -0.29815 " pathEditMode="relative" ptsTypes="AAAAAAAAAAAAAAAAAAAAAAAAAA">
                                      <p:cBhvr>
                                        <p:cTn id="178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5301 L 0.00026 -0.05278 C -0.00013 -0.05903 -0.00052 -0.06505 -0.00091 -0.07083 C -0.00104 -0.07361 -0.00143 -0.07616 -0.00143 -0.0787 C -0.00156 -0.08889 -0.00143 -0.09907 -0.00143 -0.10926 " pathEditMode="relative" rAng="0" ptsTypes="AAAAA">
                                      <p:cBhvr>
                                        <p:cTn id="182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2801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5 0.42893 L 0.0405 0.42916 C 0.03907 0.38472 0.03933 0.40278 0.03933 0.375 " pathEditMode="relative" rAng="0" ptsTypes="AAA">
                                      <p:cBhvr>
                                        <p:cTn id="184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2685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0.15949 L -0.00026 0.15973 C -0.00013 0.14236 -0.00013 0.12547 0.00026 0.10834 C 0.00026 0.10718 0.00091 0.10463 0.00091 0.10486 " pathEditMode="relative" rAng="0" ptsTypes="AAAA">
                                      <p:cBhvr>
                                        <p:cTn id="18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2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161 -0.29305 L 0.17161 -0.29305 C 0.17239 -0.28865 0.1733 -0.28402 0.17383 -0.2794 C 0.17435 -0.27546 0.17448 -0.27152 0.175 -0.26759 C 0.17539 -0.26365 0.17604 -0.25972 0.17669 -0.25578 C 0.17695 -0.24861 0.1776 -0.24143 0.17773 -0.23426 C 0.17838 -0.20717 0.17799 -0.2199 0.1789 -0.19606 C 0.17864 -0.17546 0.17877 -0.15486 0.17825 -0.13426 C 0.17812 -0.12754 0.17656 -0.12176 0.17552 -0.11574 C 0.17435 -0.10879 0.17396 -0.10139 0.17226 -0.09514 C 0.16771 -0.07893 0.16966 -0.08634 0.16393 -0.06273 C 0.16302 -0.05879 0.16211 -0.05486 0.1612 -0.05092 C 0.15976 -0.0449 0.1582 -0.03912 0.15677 -0.03333 C 0.15586 -0.0294 0.15195 -0.0118 0.15065 -0.00879 C 0.14922 -0.00486 0.14791 -0.00069 0.14635 0.00301 C 0.14036 0.01736 0.13164 0.03426 0.12474 0.04514 C 0.12317 0.04792 0.12161 0.0507 0.11979 0.05301 C 0.11627 0.05764 0.11237 0.06135 0.10885 0.06574 C 0.1069 0.06806 0.10521 0.07084 0.10325 0.07269 C 0.10078 0.075 0.09804 0.07639 0.09557 0.07848 C 0.09166 0.08195 0.08802 0.08681 0.08398 0.08935 C 0.08138 0.09098 0.07877 0.09236 0.0763 0.09422 C 0.07526 0.09491 0.06588 0.10371 0.06354 0.1051 C 0.06159 0.10602 0.0595 0.10625 0.05755 0.10695 C 0.05286 0.11019 0.0513 0.11158 0.04596 0.11297 C 0.04323 0.11366 0.04036 0.11343 0.03763 0.11389 C 0.0095 0.11898 0.02942 0.11783 0.0013 0.11783 " pathEditMode="relative" ptsTypes="AAAAAAAAAAAAAAAAAAAAAAAAAAA">
                                      <p:cBhvr>
                                        <p:cTn id="19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-0.10093 L -0.00143 -0.1007 C 2.77556E-17 -0.11945 0.00104 -0.13472 0.00404 -0.15394 L 0.00573 -0.16482 C 0.00586 -0.17222 0.00625 -0.17986 0.00625 -0.18727 C 0.00625 -0.19421 0.00521 -0.19514 0.00404 -0.20208 C 0.00378 -0.2037 0.00365 -0.20532 0.00352 -0.20695 C 0.00326 -0.2081 0.00313 -0.20949 0.00286 -0.21088 C 0.00326 -0.23056 0.00182 -0.23958 0.00456 -0.25486 C 0.00508 -0.25764 0.0056 -0.26019 0.00625 -0.26273 C 0.00781 -0.26945 0.00872 -0.27361 0.0112 -0.2794 C 0.01341 -0.28495 0.01745 -0.29144 0.02005 -0.29607 C 0.02096 -0.29769 0.02201 -0.29907 0.02279 -0.30093 C 0.02331 -0.30232 0.0237 -0.30394 0.02435 -0.30486 C 0.025 -0.30579 0.02591 -0.30602 0.02656 -0.30695 C 0.02747 -0.3081 0.02799 -0.30972 0.02878 -0.31088 C 0.03021 -0.31273 0.03177 -0.31389 0.0332 -0.31574 C 0.03529 -0.31829 0.03711 -0.3213 0.03932 -0.32361 C 0.04206 -0.32662 0.04674 -0.32986 0.04974 -0.33241 C 0.0513 -0.33357 0.0526 -0.33519 0.05417 -0.33634 C 0.05508 -0.33681 0.05599 -0.33704 0.0569 -0.33727 C 0.05951 -0.33796 0.06211 -0.33843 0.06471 -0.33912 C 0.0681 -0.34028 0.07161 -0.34213 0.07513 -0.34306 C 0.08594 -0.34653 0.09297 -0.34676 0.1043 -0.34907 C 0.12148 -0.35232 0.10352 -0.35 0.12148 -0.35185 L 0.16615 -0.35093 " pathEditMode="relative" rAng="0" ptsTypes="AAAAAAAAAAAAAAAAAAAAAAAAAA">
                                      <p:cBhvr>
                                        <p:cTn id="20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72" y="-1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0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59 0.37685 L 0.03959 0.37708 L 0.03959 0.32083 " pathEditMode="relative" rAng="0" ptsTypes="AAA">
                                      <p:cBhvr>
                                        <p:cTn id="204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01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10834 L 0.0026 0.10857 C 0.00156 0.08102 0.00195 0.09908 0.00195 0.0544 " pathEditMode="relative" rAng="0" ptsTypes="AAA">
                                      <p:cBhvr>
                                        <p:cTn id="20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2685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0394 L 0.00026 0.10417 C 0.00039 0.0956 0.00052 0.0875 0.00078 0.0794 C 0.00091 0.07778 0.00117 0.07616 0.00143 0.07454 C 0.00156 0.07176 0.00195 0.06922 0.00195 0.06667 C 0.00208 0.06181 0.00195 0.05695 0.00195 0.05209 " pathEditMode="relative" rAng="0" ptsTypes="AAAAAA">
                                      <p:cBhvr>
                                        <p:cTn id="208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-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888 -0.3412 L 0.16888 -0.34097 C 0.1694 -0.33171 0.16966 -0.32384 0.17161 -0.31412 L 0.17435 -0.29977 C 0.17474 -0.29792 0.17526 -0.29607 0.17552 -0.29421 C 0.17591 -0.2912 0.1763 -0.28843 0.17656 -0.28565 C 0.17682 -0.2838 0.17682 -0.28195 0.17721 -0.27986 C 0.17799 -0.27454 0.17995 -0.26389 0.17995 -0.26366 C 0.18112 -0.23935 0.1806 -0.24931 0.18164 -0.2338 C 0.17799 -0.15139 0.18125 -0.20556 0.17826 -0.1713 C 0.17747 -0.16204 0.17786 -0.16204 0.17656 -0.15139 C 0.1763 -0.14907 0.17591 -0.14676 0.17552 -0.14491 C 0.17539 -0.14213 0.17513 -0.13982 0.175 -0.13727 C 0.17474 -0.1331 0.17448 -0.125 0.17383 -0.12014 C 0.17344 -0.1162 0.17279 -0.1125 0.17227 -0.1088 C 0.17122 -0.10278 0.1707 -0.0963 0.16888 -0.09074 L 0.16289 -0.07176 C 0.16211 -0.06991 0.16159 -0.06736 0.16068 -0.06528 C 0.15586 -0.05556 0.15182 -0.04653 0.1457 -0.03889 L 0.1332 -0.02269 C 0.13255 -0.02199 0.1237 -0.00972 0.12266 -0.00857 C 0.12122 -0.00718 0.11966 -0.00556 0.11823 -0.00394 C 0.11185 0.00393 0.11458 0.00231 0.10729 0.00949 C 0.10599 0.01065 0.10469 0.01111 0.10339 0.01204 C 0.10169 0.01366 0.10013 0.01551 0.09844 0.01713 C 0.09232 0.02222 0.09688 0.01759 0.09076 0.02176 C 0.08919 0.02292 0.0875 0.02407 0.08594 0.02546 C 0.08177 0.02847 0.07148 0.03426 0.0694 0.03495 C 0.06471 0.03634 0.06016 0.03773 0.0556 0.03958 C 0.05156 0.0412 0.04753 0.04305 0.04362 0.04421 C 0.02461 0.05 0.04076 0.04537 0.03034 0.04815 C 0.02917 0.04838 0.02813 0.04861 0.02695 0.04907 C 0.02578 0.0493 0.02448 0.04954 0.02318 0.05 C 0.02227 0.05023 0.02135 0.05069 0.02044 0.05093 C 0.01745 0.05162 0.01445 0.05208 0.01159 0.05301 C 0.01029 0.05324 0.00898 0.05347 0.00768 0.05393 C 0.00703 0.05417 0.00625 0.05486 0.00547 0.05486 C 0.00326 0.05486 0.00104 0.05486 -0.00091 0.05486 " pathEditMode="relative" rAng="0" ptsTypes="AAAAAAAAAAAAAAAAAAAAAAAAAAAAAAAAAAAAAA">
                                      <p:cBhvr>
                                        <p:cTn id="214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52" y="19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xit" presetSubtype="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0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659 0.32454 L 0.03659 0.32454 C 0.03607 0.31875 0.03542 0.31342 0.0349 0.30764 C 0.03282 0.28009 0.03516 0.29791 0.03282 0.28125 C 0.03347 0.21875 0.03269 0.25231 0.03386 0.21759 C 0.03399 0.21157 0.03399 0.20579 0.03438 0.19977 C 0.03464 0.19722 0.03516 0.19467 0.03555 0.19213 C 0.03594 0.18912 0.03633 0.18611 0.03659 0.1831 C 0.03685 0.18102 0.03672 0.17847 0.03711 0.17639 C 0.03802 0.17153 0.0405 0.1625 0.0405 0.1625 C 0.04063 0.16065 0.04063 0.15856 0.04102 0.15671 C 0.04141 0.15486 0.04219 0.15347 0.04271 0.15185 C 0.04844 0.13356 0.03737 0.1669 0.04597 0.14305 C 0.04662 0.1412 0.04688 0.13889 0.04766 0.13704 C 0.0487 0.13472 0.05026 0.13333 0.05157 0.13125 C 0.05782 0.12083 0.04974 0.13217 0.06029 0.11759 C 0.06159 0.11574 0.06289 0.11389 0.0642 0.1125 C 0.07123 0.10509 0.06745 0.10995 0.07253 0.10579 C 0.08243 0.09745 0.07344 0.10347 0.08347 0.09791 C 0.08633 0.09629 0.08894 0.09375 0.0918 0.09305 C 0.0931 0.09259 0.0944 0.09236 0.09571 0.0919 C 0.09714 0.09143 0.09857 0.09051 0.1 0.09004 C 0.10183 0.08958 0.10378 0.08935 0.1056 0.08912 C 0.1073 0.08866 0.10886 0.08819 0.11055 0.08796 C 0.12058 0.08657 0.12605 0.0868 0.13698 0.08611 C 0.1405 0.08588 0.14401 0.08541 0.14753 0.08518 C 0.14974 0.08495 0.15196 0.08426 0.15417 0.08403 C 0.1944 0.08009 0.16172 0.08379 0.19219 0.08125 C 0.20482 0.08009 0.19753 0.08032 0.20274 0.08032 " pathEditMode="relative" ptsTypes="AAAAAAAAAAAAAAAAAAAAAAAAAAAAA">
                                      <p:cBhvr>
                                        <p:cTn id="22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7" grpId="1" animBg="1"/>
      <p:bldP spid="87" grpId="2" animBg="1"/>
      <p:bldP spid="87" grpId="3" animBg="1"/>
      <p:bldP spid="87" grpId="4" animBg="1"/>
      <p:bldP spid="87" grpId="5" animBg="1"/>
      <p:bldP spid="87" grpId="6" animBg="1"/>
      <p:bldP spid="87" grpId="7" animBg="1"/>
      <p:bldP spid="87" grpId="8" animBg="1"/>
      <p:bldP spid="88" grpId="0" animBg="1"/>
      <p:bldP spid="88" grpId="1" animBg="1"/>
      <p:bldP spid="88" grpId="2" animBg="1"/>
      <p:bldP spid="88" grpId="3" animBg="1"/>
      <p:bldP spid="88" grpId="4" animBg="1"/>
      <p:bldP spid="88" grpId="5" animBg="1"/>
      <p:bldP spid="88" grpId="6" animBg="1"/>
      <p:bldP spid="88" grpId="7" animBg="1"/>
      <p:bldP spid="88" grpId="8" animBg="1"/>
      <p:bldP spid="89" grpId="0" animBg="1"/>
      <p:bldP spid="89" grpId="1" animBg="1"/>
      <p:bldP spid="89" grpId="2" animBg="1"/>
      <p:bldP spid="89" grpId="3" animBg="1"/>
      <p:bldP spid="89" grpId="4" animBg="1"/>
      <p:bldP spid="89" grpId="5" animBg="1"/>
      <p:bldP spid="89" grpId="6" animBg="1"/>
      <p:bldP spid="89" grpId="7" animBg="1"/>
      <p:bldP spid="89" grpId="8" animBg="1"/>
      <p:bldP spid="112" grpId="0"/>
      <p:bldP spid="112" grpId="1"/>
      <p:bldP spid="112" grpId="2"/>
      <p:bldP spid="114" grpId="0"/>
      <p:bldP spid="114" grpId="3"/>
      <p:bldP spid="114" grpId="4"/>
      <p:bldP spid="115" grpId="0"/>
      <p:bldP spid="115" grpId="1"/>
      <p:bldP spid="115" grpId="2"/>
      <p:bldP spid="116" grpId="0" animBg="1"/>
      <p:bldP spid="116" grpId="1" animBg="1"/>
      <p:bldP spid="116" grpId="2" animBg="1"/>
      <p:bldP spid="116" grpId="3" animBg="1"/>
      <p:bldP spid="116" grpId="4" animBg="1"/>
      <p:bldP spid="116" grpId="5" animBg="1"/>
      <p:bldP spid="116" grpId="6" animBg="1"/>
      <p:bldP spid="116" grpId="7" animBg="1"/>
      <p:bldP spid="116" grpId="8" animBg="1"/>
      <p:bldP spid="116" grpId="9" animBg="1"/>
      <p:bldP spid="121" grpId="0"/>
      <p:bldP spid="121" grpId="1"/>
      <p:bldP spid="121" grpId="2"/>
      <p:bldP spid="121" grpId="3"/>
      <p:bldP spid="121" grpId="4"/>
      <p:bldP spid="122" grpId="0"/>
      <p:bldP spid="122" grpId="1"/>
      <p:bldP spid="122" grpId="2"/>
      <p:bldP spid="122" grpId="3"/>
      <p:bldP spid="123" grpId="0"/>
      <p:bldP spid="123" grpId="1"/>
      <p:bldP spid="123" grpId="2"/>
      <p:bldP spid="124" grpId="0" build="allAtOnce"/>
      <p:bldP spid="127" grpId="0"/>
      <p:bldP spid="127" grpId="1"/>
      <p:bldP spid="127" grpId="2"/>
      <p:bldP spid="128" grpId="0"/>
      <p:bldP spid="128" grpId="1"/>
      <p:bldP spid="129" grpId="0"/>
      <p:bldP spid="129" grpId="1"/>
      <p:bldP spid="129" grpId="2"/>
      <p:bldP spid="129" grpId="3"/>
      <p:bldP spid="129" grpId="4"/>
      <p:bldP spid="129" grpId="5"/>
      <p:bldP spid="129" grpId="6"/>
      <p:bldP spid="129" grpId="8"/>
      <p:bldP spid="129" grpId="9"/>
      <p:bldP spid="129" grpId="10"/>
      <p:bldP spid="129" grpId="11"/>
      <p:bldP spid="129" grpId="12"/>
      <p:bldP spid="129" grpId="13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3275</TotalTime>
  <Words>212</Words>
  <Application>Microsoft Office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Office Theme</vt:lpstr>
      <vt:lpstr>SQL Server sessions involving worker threads’ CPU actual time, different session state types, and the distinction between preemptive and cooperative scheduling.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Fawzy Ismail Abdelhalem (PENTA FACILITIES MANAGEMENT)</dc:creator>
  <cp:lastModifiedBy>Mohamed Fawzy Ismail Abdelhalem (PENTA FACILITIES MANAGEMENT)</cp:lastModifiedBy>
  <cp:revision>11</cp:revision>
  <dcterms:created xsi:type="dcterms:W3CDTF">2026-04-10T19:19:13Z</dcterms:created>
  <dcterms:modified xsi:type="dcterms:W3CDTF">2026-04-13T01:54:26Z</dcterms:modified>
</cp:coreProperties>
</file>